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8" r:id="rId3"/>
    <p:sldId id="257" r:id="rId4"/>
    <p:sldId id="259" r:id="rId5"/>
    <p:sldId id="260" r:id="rId6"/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D71E6C-3DAB-47EA-86FD-1D8E1661B80E}" v="33" dt="2025-11-09T01:55:59.7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7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custSel modSld">
      <pc:chgData name="Robert Finch" userId="360118edfabb5ba6" providerId="LiveId" clId="{940D50E2-FEDC-434C-83CF-A13052851249}" dt="2025-11-09T01:56:09.126" v="459" actId="1076"/>
      <pc:docMkLst>
        <pc:docMk/>
      </pc:docMkLst>
      <pc:sldChg chg="addSp modSp mod">
        <pc:chgData name="Robert Finch" userId="360118edfabb5ba6" providerId="LiveId" clId="{940D50E2-FEDC-434C-83CF-A13052851249}" dt="2025-11-09T01:43:30.327" v="441" actId="20577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1-08T01:36:43.557" v="115" actId="20577"/>
          <ac:spMkLst>
            <pc:docMk/>
            <pc:sldMk cId="3493996368" sldId="256"/>
            <ac:spMk id="2" creationId="{7730D39D-FAB4-71A0-50A9-AAFD49CFD457}"/>
          </ac:spMkLst>
        </pc:spChg>
        <pc:spChg chg="add mod ord">
          <ac:chgData name="Robert Finch" userId="360118edfabb5ba6" providerId="LiveId" clId="{940D50E2-FEDC-434C-83CF-A13052851249}" dt="2025-11-08T01:43:00.440" v="137" actId="167"/>
          <ac:spMkLst>
            <pc:docMk/>
            <pc:sldMk cId="3493996368" sldId="256"/>
            <ac:spMk id="3" creationId="{A96E320B-18AF-E5BE-A9B7-C628FE8AAB67}"/>
          </ac:spMkLst>
        </pc:spChg>
        <pc:spChg chg="mod">
          <ac:chgData name="Robert Finch" userId="360118edfabb5ba6" providerId="LiveId" clId="{940D50E2-FEDC-434C-83CF-A13052851249}" dt="2025-11-08T01:40:01.858" v="136" actId="1076"/>
          <ac:spMkLst>
            <pc:docMk/>
            <pc:sldMk cId="3493996368" sldId="256"/>
            <ac:spMk id="20" creationId="{33814D67-A90E-DB11-36FA-64E81BB2218A}"/>
          </ac:spMkLst>
        </pc:spChg>
        <pc:spChg chg="add mod ord">
          <ac:chgData name="Robert Finch" userId="360118edfabb5ba6" providerId="LiveId" clId="{940D50E2-FEDC-434C-83CF-A13052851249}" dt="2025-11-08T01:43:03.758" v="138" actId="167"/>
          <ac:spMkLst>
            <pc:docMk/>
            <pc:sldMk cId="3493996368" sldId="256"/>
            <ac:spMk id="21" creationId="{68E9CFA1-3825-4851-2C50-2193AC6FE028}"/>
          </ac:spMkLst>
        </pc:spChg>
        <pc:spChg chg="mod">
          <ac:chgData name="Robert Finch" userId="360118edfabb5ba6" providerId="LiveId" clId="{940D50E2-FEDC-434C-83CF-A13052851249}" dt="2025-11-09T01:42:49.673" v="439" actId="20577"/>
          <ac:spMkLst>
            <pc:docMk/>
            <pc:sldMk cId="3493996368" sldId="256"/>
            <ac:spMk id="33" creationId="{11B75455-1537-CCE7-A134-6BACBDF6AB81}"/>
          </ac:spMkLst>
        </pc:spChg>
        <pc:spChg chg="mod">
          <ac:chgData name="Robert Finch" userId="360118edfabb5ba6" providerId="LiveId" clId="{940D50E2-FEDC-434C-83CF-A13052851249}" dt="2025-11-09T01:42:45.506" v="437" actId="20577"/>
          <ac:spMkLst>
            <pc:docMk/>
            <pc:sldMk cId="3493996368" sldId="256"/>
            <ac:spMk id="46" creationId="{25D4805F-00C2-A8C7-4B1F-08EC0AC68B4E}"/>
          </ac:spMkLst>
        </pc:spChg>
        <pc:spChg chg="mod">
          <ac:chgData name="Robert Finch" userId="360118edfabb5ba6" providerId="LiveId" clId="{940D50E2-FEDC-434C-83CF-A13052851249}" dt="2025-11-08T01:38:48.685" v="134" actId="14100"/>
          <ac:spMkLst>
            <pc:docMk/>
            <pc:sldMk cId="3493996368" sldId="256"/>
            <ac:spMk id="67" creationId="{DAF83E3C-C7F5-1498-7118-082DC5426720}"/>
          </ac:spMkLst>
        </pc:spChg>
        <pc:spChg chg="mod">
          <ac:chgData name="Robert Finch" userId="360118edfabb5ba6" providerId="LiveId" clId="{940D50E2-FEDC-434C-83CF-A13052851249}" dt="2025-11-09T01:43:30.327" v="441" actId="20577"/>
          <ac:spMkLst>
            <pc:docMk/>
            <pc:sldMk cId="3493996368" sldId="256"/>
            <ac:spMk id="72" creationId="{089DFE8E-A4B4-4D09-D92F-B051C93C312D}"/>
          </ac:spMkLst>
        </pc:spChg>
        <pc:spChg chg="mod">
          <ac:chgData name="Robert Finch" userId="360118edfabb5ba6" providerId="LiveId" clId="{940D50E2-FEDC-434C-83CF-A13052851249}" dt="2025-11-09T01:43:28.188" v="440" actId="20577"/>
          <ac:spMkLst>
            <pc:docMk/>
            <pc:sldMk cId="3493996368" sldId="256"/>
            <ac:spMk id="74" creationId="{4B9836E3-4F30-B303-77D3-E7C70ED48919}"/>
          </ac:spMkLst>
        </pc:spChg>
        <pc:spChg chg="mod">
          <ac:chgData name="Robert Finch" userId="360118edfabb5ba6" providerId="LiveId" clId="{940D50E2-FEDC-434C-83CF-A13052851249}" dt="2025-11-08T01:38:53.077" v="135" actId="1076"/>
          <ac:spMkLst>
            <pc:docMk/>
            <pc:sldMk cId="3493996368" sldId="256"/>
            <ac:spMk id="90" creationId="{3E8870B3-430D-D283-D86C-4C514A5BF941}"/>
          </ac:spMkLst>
        </pc:spChg>
      </pc:sldChg>
      <pc:sldChg chg="addSp delSp modSp mod">
        <pc:chgData name="Robert Finch" userId="360118edfabb5ba6" providerId="LiveId" clId="{940D50E2-FEDC-434C-83CF-A13052851249}" dt="2025-11-09T01:36:03.522" v="338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1-08T01:29:30.020" v="76" actId="20577"/>
          <ac:spMkLst>
            <pc:docMk/>
            <pc:sldMk cId="2594290601" sldId="257"/>
            <ac:spMk id="2" creationId="{922B9395-D48D-D2C9-3B68-4D26BC937E22}"/>
          </ac:spMkLst>
        </pc:spChg>
        <pc:spChg chg="add mod">
          <ac:chgData name="Robert Finch" userId="360118edfabb5ba6" providerId="LiveId" clId="{940D50E2-FEDC-434C-83CF-A13052851249}" dt="2025-11-09T01:31:16.271" v="270" actId="1076"/>
          <ac:spMkLst>
            <pc:docMk/>
            <pc:sldMk cId="2594290601" sldId="257"/>
            <ac:spMk id="3" creationId="{1C99CBB6-2A2D-F548-B0CB-76D152B61BEF}"/>
          </ac:spMkLst>
        </pc:spChg>
        <pc:spChg chg="mod">
          <ac:chgData name="Robert Finch" userId="360118edfabb5ba6" providerId="LiveId" clId="{940D50E2-FEDC-434C-83CF-A13052851249}" dt="2025-11-09T01:35:24.281" v="332" actId="1076"/>
          <ac:spMkLst>
            <pc:docMk/>
            <pc:sldMk cId="2594290601" sldId="257"/>
            <ac:spMk id="4" creationId="{A1521FF0-16AA-8A4C-5185-A6BE8CA2AF64}"/>
          </ac:spMkLst>
        </pc:spChg>
        <pc:spChg chg="mod">
          <ac:chgData name="Robert Finch" userId="360118edfabb5ba6" providerId="LiveId" clId="{940D50E2-FEDC-434C-83CF-A13052851249}" dt="2025-11-09T01:35:28.520" v="333" actId="1076"/>
          <ac:spMkLst>
            <pc:docMk/>
            <pc:sldMk cId="2594290601" sldId="257"/>
            <ac:spMk id="5" creationId="{0CAB3B1D-1078-99ED-30C9-DFBCF4E3CC21}"/>
          </ac:spMkLst>
        </pc:spChg>
        <pc:spChg chg="mod">
          <ac:chgData name="Robert Finch" userId="360118edfabb5ba6" providerId="LiveId" clId="{940D50E2-FEDC-434C-83CF-A13052851249}" dt="2025-11-09T01:35:00.714" v="329" actId="20577"/>
          <ac:spMkLst>
            <pc:docMk/>
            <pc:sldMk cId="2594290601" sldId="257"/>
            <ac:spMk id="6" creationId="{162AFF2E-C847-9432-5A43-1B06D005C39B}"/>
          </ac:spMkLst>
        </pc:spChg>
        <pc:spChg chg="mod">
          <ac:chgData name="Robert Finch" userId="360118edfabb5ba6" providerId="LiveId" clId="{940D50E2-FEDC-434C-83CF-A13052851249}" dt="2025-11-09T01:34:52.265" v="327" actId="20577"/>
          <ac:spMkLst>
            <pc:docMk/>
            <pc:sldMk cId="2594290601" sldId="257"/>
            <ac:spMk id="7" creationId="{AE46EF95-477A-2994-C3AB-36A8ABE4781F}"/>
          </ac:spMkLst>
        </pc:spChg>
        <pc:spChg chg="add mod">
          <ac:chgData name="Robert Finch" userId="360118edfabb5ba6" providerId="LiveId" clId="{940D50E2-FEDC-434C-83CF-A13052851249}" dt="2025-11-09T01:31:13.408" v="269" actId="1076"/>
          <ac:spMkLst>
            <pc:docMk/>
            <pc:sldMk cId="2594290601" sldId="257"/>
            <ac:spMk id="8" creationId="{32E55B2F-F886-D360-2A28-E02105DB82B2}"/>
          </ac:spMkLst>
        </pc:spChg>
        <pc:spChg chg="add mod">
          <ac:chgData name="Robert Finch" userId="360118edfabb5ba6" providerId="LiveId" clId="{940D50E2-FEDC-434C-83CF-A13052851249}" dt="2025-11-09T01:31:24.347" v="272" actId="1076"/>
          <ac:spMkLst>
            <pc:docMk/>
            <pc:sldMk cId="2594290601" sldId="257"/>
            <ac:spMk id="9" creationId="{78A1C8BD-019C-4B6E-8163-4823757689DC}"/>
          </ac:spMkLst>
        </pc:spChg>
        <pc:spChg chg="add mod">
          <ac:chgData name="Robert Finch" userId="360118edfabb5ba6" providerId="LiveId" clId="{940D50E2-FEDC-434C-83CF-A13052851249}" dt="2025-11-09T01:33:21.155" v="301" actId="14100"/>
          <ac:spMkLst>
            <pc:docMk/>
            <pc:sldMk cId="2594290601" sldId="257"/>
            <ac:spMk id="10" creationId="{1F050BB8-A8B0-47DA-0E4A-93241DDB41A3}"/>
          </ac:spMkLst>
        </pc:spChg>
        <pc:spChg chg="add mod">
          <ac:chgData name="Robert Finch" userId="360118edfabb5ba6" providerId="LiveId" clId="{940D50E2-FEDC-434C-83CF-A13052851249}" dt="2025-11-09T01:32:58.903" v="299" actId="1076"/>
          <ac:spMkLst>
            <pc:docMk/>
            <pc:sldMk cId="2594290601" sldId="257"/>
            <ac:spMk id="11" creationId="{20C3770E-ABEF-F503-A83E-CBC0A0303ECF}"/>
          </ac:spMkLst>
        </pc:spChg>
        <pc:spChg chg="add mod">
          <ac:chgData name="Robert Finch" userId="360118edfabb5ba6" providerId="LiveId" clId="{940D50E2-FEDC-434C-83CF-A13052851249}" dt="2025-11-09T01:32:58.903" v="299" actId="1076"/>
          <ac:spMkLst>
            <pc:docMk/>
            <pc:sldMk cId="2594290601" sldId="257"/>
            <ac:spMk id="12" creationId="{63B77903-73CA-688E-465F-8526A3547042}"/>
          </ac:spMkLst>
        </pc:spChg>
        <pc:spChg chg="add mod">
          <ac:chgData name="Robert Finch" userId="360118edfabb5ba6" providerId="LiveId" clId="{940D50E2-FEDC-434C-83CF-A13052851249}" dt="2025-11-09T01:33:56.155" v="308" actId="1076"/>
          <ac:spMkLst>
            <pc:docMk/>
            <pc:sldMk cId="2594290601" sldId="257"/>
            <ac:spMk id="13" creationId="{3A74FD05-F8BC-B23B-4D15-A392433EF47C}"/>
          </ac:spMkLst>
        </pc:spChg>
        <pc:spChg chg="add mod">
          <ac:chgData name="Robert Finch" userId="360118edfabb5ba6" providerId="LiveId" clId="{940D50E2-FEDC-434C-83CF-A13052851249}" dt="2025-11-09T01:34:03.048" v="310" actId="1076"/>
          <ac:spMkLst>
            <pc:docMk/>
            <pc:sldMk cId="2594290601" sldId="257"/>
            <ac:spMk id="15" creationId="{D4B7D24E-7521-1BB3-73FE-FF986C506178}"/>
          </ac:spMkLst>
        </pc:spChg>
        <pc:spChg chg="mod">
          <ac:chgData name="Robert Finch" userId="360118edfabb5ba6" providerId="LiveId" clId="{940D50E2-FEDC-434C-83CF-A13052851249}" dt="2025-11-09T01:35:37.451" v="334" actId="1076"/>
          <ac:spMkLst>
            <pc:docMk/>
            <pc:sldMk cId="2594290601" sldId="257"/>
            <ac:spMk id="16" creationId="{8E2CCC9A-50A2-4505-C9BD-E02C96FA3D21}"/>
          </ac:spMkLst>
        </pc:spChg>
        <pc:spChg chg="del">
          <ac:chgData name="Robert Finch" userId="360118edfabb5ba6" providerId="LiveId" clId="{940D50E2-FEDC-434C-83CF-A13052851249}" dt="2025-11-09T01:17:00.080" v="171" actId="478"/>
          <ac:spMkLst>
            <pc:docMk/>
            <pc:sldMk cId="2594290601" sldId="257"/>
            <ac:spMk id="17" creationId="{BA2717B6-72F9-D836-83DF-A0DADD9534C2}"/>
          </ac:spMkLst>
        </pc:spChg>
        <pc:spChg chg="mod">
          <ac:chgData name="Robert Finch" userId="360118edfabb5ba6" providerId="LiveId" clId="{940D50E2-FEDC-434C-83CF-A13052851249}" dt="2025-11-09T01:34:17.528" v="315" actId="1076"/>
          <ac:spMkLst>
            <pc:docMk/>
            <pc:sldMk cId="2594290601" sldId="257"/>
            <ac:spMk id="18" creationId="{F8B25F58-38F6-83C5-4F48-A2B549834C2D}"/>
          </ac:spMkLst>
        </pc:spChg>
        <pc:spChg chg="mod">
          <ac:chgData name="Robert Finch" userId="360118edfabb5ba6" providerId="LiveId" clId="{940D50E2-FEDC-434C-83CF-A13052851249}" dt="2025-11-09T01:34:27.005" v="318" actId="1076"/>
          <ac:spMkLst>
            <pc:docMk/>
            <pc:sldMk cId="2594290601" sldId="257"/>
            <ac:spMk id="19" creationId="{B37A4C80-2BCC-3C11-C923-3C4DAB8C4306}"/>
          </ac:spMkLst>
        </pc:spChg>
        <pc:spChg chg="mod">
          <ac:chgData name="Robert Finch" userId="360118edfabb5ba6" providerId="LiveId" clId="{940D50E2-FEDC-434C-83CF-A13052851249}" dt="2025-11-09T01:34:35.633" v="321" actId="1076"/>
          <ac:spMkLst>
            <pc:docMk/>
            <pc:sldMk cId="2594290601" sldId="257"/>
            <ac:spMk id="20" creationId="{1021077F-E5D9-F73E-DB1C-EEC6A67D0F78}"/>
          </ac:spMkLst>
        </pc:spChg>
        <pc:spChg chg="add mod">
          <ac:chgData name="Robert Finch" userId="360118edfabb5ba6" providerId="LiveId" clId="{940D50E2-FEDC-434C-83CF-A13052851249}" dt="2025-11-09T01:34:11.180" v="313" actId="1076"/>
          <ac:spMkLst>
            <pc:docMk/>
            <pc:sldMk cId="2594290601" sldId="257"/>
            <ac:spMk id="21" creationId="{B716BC00-0FF1-C3E5-C4EF-900E736199DB}"/>
          </ac:spMkLst>
        </pc:spChg>
        <pc:spChg chg="del">
          <ac:chgData name="Robert Finch" userId="360118edfabb5ba6" providerId="LiveId" clId="{940D50E2-FEDC-434C-83CF-A13052851249}" dt="2025-11-09T01:17:02.226" v="172" actId="478"/>
          <ac:spMkLst>
            <pc:docMk/>
            <pc:sldMk cId="2594290601" sldId="257"/>
            <ac:spMk id="22" creationId="{472B5DEB-B91D-C886-F6F6-E54DED196DDF}"/>
          </ac:spMkLst>
        </pc:spChg>
        <pc:spChg chg="mod">
          <ac:chgData name="Robert Finch" userId="360118edfabb5ba6" providerId="LiveId" clId="{940D50E2-FEDC-434C-83CF-A13052851249}" dt="2025-11-09T01:34:21.447" v="316" actId="1076"/>
          <ac:spMkLst>
            <pc:docMk/>
            <pc:sldMk cId="2594290601" sldId="257"/>
            <ac:spMk id="23" creationId="{57DAD130-1EBA-D481-F1A5-B3A938F02835}"/>
          </ac:spMkLst>
        </pc:spChg>
        <pc:spChg chg="mod">
          <ac:chgData name="Robert Finch" userId="360118edfabb5ba6" providerId="LiveId" clId="{940D50E2-FEDC-434C-83CF-A13052851249}" dt="2025-11-09T01:34:32.265" v="320" actId="1076"/>
          <ac:spMkLst>
            <pc:docMk/>
            <pc:sldMk cId="2594290601" sldId="257"/>
            <ac:spMk id="24" creationId="{50CA5ED3-322C-7559-35C4-043568DD8612}"/>
          </ac:spMkLst>
        </pc:spChg>
        <pc:spChg chg="mod">
          <ac:chgData name="Robert Finch" userId="360118edfabb5ba6" providerId="LiveId" clId="{940D50E2-FEDC-434C-83CF-A13052851249}" dt="2025-11-09T01:34:39.150" v="322" actId="1076"/>
          <ac:spMkLst>
            <pc:docMk/>
            <pc:sldMk cId="2594290601" sldId="257"/>
            <ac:spMk id="25" creationId="{A8A5A8C7-2086-0573-E87A-438924545018}"/>
          </ac:spMkLst>
        </pc:spChg>
        <pc:spChg chg="del">
          <ac:chgData name="Robert Finch" userId="360118edfabb5ba6" providerId="LiveId" clId="{940D50E2-FEDC-434C-83CF-A13052851249}" dt="2025-11-09T01:18:43.386" v="215" actId="478"/>
          <ac:spMkLst>
            <pc:docMk/>
            <pc:sldMk cId="2594290601" sldId="257"/>
            <ac:spMk id="29" creationId="{B8BFA4DA-BD9E-5F7C-A46A-5A3BAF22741D}"/>
          </ac:spMkLst>
        </pc:spChg>
        <pc:spChg chg="del">
          <ac:chgData name="Robert Finch" userId="360118edfabb5ba6" providerId="LiveId" clId="{940D50E2-FEDC-434C-83CF-A13052851249}" dt="2025-11-09T01:18:44.969" v="216" actId="478"/>
          <ac:spMkLst>
            <pc:docMk/>
            <pc:sldMk cId="2594290601" sldId="257"/>
            <ac:spMk id="33" creationId="{193E3F03-8D8D-BE16-3011-65C62D299E70}"/>
          </ac:spMkLst>
        </pc:spChg>
        <pc:spChg chg="del">
          <ac:chgData name="Robert Finch" userId="360118edfabb5ba6" providerId="LiveId" clId="{940D50E2-FEDC-434C-83CF-A13052851249}" dt="2025-11-09T01:16:58.091" v="170" actId="478"/>
          <ac:spMkLst>
            <pc:docMk/>
            <pc:sldMk cId="2594290601" sldId="257"/>
            <ac:spMk id="34" creationId="{21328786-2DAA-CB00-6821-E2E99DA54120}"/>
          </ac:spMkLst>
        </pc:spChg>
        <pc:spChg chg="mod">
          <ac:chgData name="Robert Finch" userId="360118edfabb5ba6" providerId="LiveId" clId="{940D50E2-FEDC-434C-83CF-A13052851249}" dt="2025-11-09T01:34:24.365" v="317" actId="1076"/>
          <ac:spMkLst>
            <pc:docMk/>
            <pc:sldMk cId="2594290601" sldId="257"/>
            <ac:spMk id="35" creationId="{8E88E834-F2D0-8CBB-4152-1AD564EECC86}"/>
          </ac:spMkLst>
        </pc:spChg>
        <pc:spChg chg="mod">
          <ac:chgData name="Robert Finch" userId="360118edfabb5ba6" providerId="LiveId" clId="{940D50E2-FEDC-434C-83CF-A13052851249}" dt="2025-11-09T01:34:29.556" v="319" actId="1076"/>
          <ac:spMkLst>
            <pc:docMk/>
            <pc:sldMk cId="2594290601" sldId="257"/>
            <ac:spMk id="36" creationId="{500454C3-33B4-2D69-4E9E-1E9A00CFD8D0}"/>
          </ac:spMkLst>
        </pc:spChg>
        <pc:spChg chg="mod">
          <ac:chgData name="Robert Finch" userId="360118edfabb5ba6" providerId="LiveId" clId="{940D50E2-FEDC-434C-83CF-A13052851249}" dt="2025-11-09T01:34:41.741" v="323" actId="1076"/>
          <ac:spMkLst>
            <pc:docMk/>
            <pc:sldMk cId="2594290601" sldId="257"/>
            <ac:spMk id="37" creationId="{C0945E42-19F8-4A70-3D8A-3A2C77D87313}"/>
          </ac:spMkLst>
        </pc:spChg>
        <pc:spChg chg="mod">
          <ac:chgData name="Robert Finch" userId="360118edfabb5ba6" providerId="LiveId" clId="{940D50E2-FEDC-434C-83CF-A13052851249}" dt="2025-11-09T01:36:03.522" v="338" actId="20577"/>
          <ac:spMkLst>
            <pc:docMk/>
            <pc:sldMk cId="2594290601" sldId="257"/>
            <ac:spMk id="38" creationId="{E011F6C4-3F05-4093-DF1A-05D8225E0985}"/>
          </ac:spMkLst>
        </pc:spChg>
        <pc:spChg chg="del">
          <ac:chgData name="Robert Finch" userId="360118edfabb5ba6" providerId="LiveId" clId="{940D50E2-FEDC-434C-83CF-A13052851249}" dt="2025-11-09T01:18:46.319" v="217" actId="478"/>
          <ac:spMkLst>
            <pc:docMk/>
            <pc:sldMk cId="2594290601" sldId="257"/>
            <ac:spMk id="39" creationId="{B5C24B68-7E64-6EFF-6DAB-5A2102AF95C6}"/>
          </ac:spMkLst>
        </pc:spChg>
        <pc:spChg chg="mod">
          <ac:chgData name="Robert Finch" userId="360118edfabb5ba6" providerId="LiveId" clId="{940D50E2-FEDC-434C-83CF-A13052851249}" dt="2025-11-09T01:31:31.115" v="276" actId="20577"/>
          <ac:spMkLst>
            <pc:docMk/>
            <pc:sldMk cId="2594290601" sldId="257"/>
            <ac:spMk id="43" creationId="{6E2C7DB7-1FAD-B106-9935-8AE626DD9E8A}"/>
          </ac:spMkLst>
        </pc:spChg>
        <pc:spChg chg="mod">
          <ac:chgData name="Robert Finch" userId="360118edfabb5ba6" providerId="LiveId" clId="{940D50E2-FEDC-434C-83CF-A13052851249}" dt="2025-11-09T01:32:22.193" v="297" actId="20577"/>
          <ac:spMkLst>
            <pc:docMk/>
            <pc:sldMk cId="2594290601" sldId="257"/>
            <ac:spMk id="44" creationId="{4D129218-44F0-AFD7-A77E-D2949684502A}"/>
          </ac:spMkLst>
        </pc:spChg>
        <pc:cxnChg chg="mod">
          <ac:chgData name="Robert Finch" userId="360118edfabb5ba6" providerId="LiveId" clId="{940D50E2-FEDC-434C-83CF-A13052851249}" dt="2025-11-09T01:35:28.520" v="333" actId="1076"/>
          <ac:cxnSpMkLst>
            <pc:docMk/>
            <pc:sldMk cId="2594290601" sldId="257"/>
            <ac:cxnSpMk id="14" creationId="{32FC212D-082A-DD72-F557-EFDFDD7E81AE}"/>
          </ac:cxnSpMkLst>
        </pc:cxnChg>
      </pc:sldChg>
      <pc:sldChg chg="addSp delSp modSp mod">
        <pc:chgData name="Robert Finch" userId="360118edfabb5ba6" providerId="LiveId" clId="{940D50E2-FEDC-434C-83CF-A13052851249}" dt="2025-11-09T01:50:35.156" v="442" actId="1076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1-08T01:23:51.326" v="10" actId="20577"/>
          <ac:spMkLst>
            <pc:docMk/>
            <pc:sldMk cId="2650679018" sldId="258"/>
            <ac:spMk id="2" creationId="{589C157B-1C51-0E6E-C43E-CBBA43BA6BE8}"/>
          </ac:spMkLst>
        </pc:spChg>
        <pc:spChg chg="add mod">
          <ac:chgData name="Robert Finch" userId="360118edfabb5ba6" providerId="LiveId" clId="{940D50E2-FEDC-434C-83CF-A13052851249}" dt="2025-11-09T01:36:36.504" v="343" actId="1076"/>
          <ac:spMkLst>
            <pc:docMk/>
            <pc:sldMk cId="2650679018" sldId="258"/>
            <ac:spMk id="3" creationId="{6BEEB1B9-7B1F-13BE-10C6-585A270710C2}"/>
          </ac:spMkLst>
        </pc:spChg>
        <pc:spChg chg="add del mod">
          <ac:chgData name="Robert Finch" userId="360118edfabb5ba6" providerId="LiveId" clId="{940D50E2-FEDC-434C-83CF-A13052851249}" dt="2025-11-08T01:34:53.212" v="94" actId="478"/>
          <ac:spMkLst>
            <pc:docMk/>
            <pc:sldMk cId="2650679018" sldId="258"/>
            <ac:spMk id="3" creationId="{D02FEEB8-26B9-D329-34CE-617076D7DA45}"/>
          </ac:spMkLst>
        </pc:spChg>
        <pc:spChg chg="mod">
          <ac:chgData name="Robert Finch" userId="360118edfabb5ba6" providerId="LiveId" clId="{940D50E2-FEDC-434C-83CF-A13052851249}" dt="2025-11-08T01:25:22.113" v="25" actId="14100"/>
          <ac:spMkLst>
            <pc:docMk/>
            <pc:sldMk cId="2650679018" sldId="258"/>
            <ac:spMk id="4" creationId="{ED9E9027-BDD8-40F6-C371-8BC28F2C3BAD}"/>
          </ac:spMkLst>
        </pc:spChg>
        <pc:spChg chg="mod">
          <ac:chgData name="Robert Finch" userId="360118edfabb5ba6" providerId="LiveId" clId="{940D50E2-FEDC-434C-83CF-A13052851249}" dt="2025-11-08T04:59:33.951" v="142" actId="20577"/>
          <ac:spMkLst>
            <pc:docMk/>
            <pc:sldMk cId="2650679018" sldId="258"/>
            <ac:spMk id="5" creationId="{C672087E-2142-B630-8F6A-5BC9C7EBB006}"/>
          </ac:spMkLst>
        </pc:spChg>
        <pc:spChg chg="mod">
          <ac:chgData name="Robert Finch" userId="360118edfabb5ba6" providerId="LiveId" clId="{940D50E2-FEDC-434C-83CF-A13052851249}" dt="2025-11-08T01:25:18.794" v="24" actId="1076"/>
          <ac:spMkLst>
            <pc:docMk/>
            <pc:sldMk cId="2650679018" sldId="258"/>
            <ac:spMk id="6" creationId="{449EF98E-5C8D-4F68-896A-FA1451A87E8F}"/>
          </ac:spMkLst>
        </pc:spChg>
        <pc:spChg chg="mod">
          <ac:chgData name="Robert Finch" userId="360118edfabb5ba6" providerId="LiveId" clId="{940D50E2-FEDC-434C-83CF-A13052851249}" dt="2025-11-08T04:58:41.065" v="141" actId="20577"/>
          <ac:spMkLst>
            <pc:docMk/>
            <pc:sldMk cId="2650679018" sldId="258"/>
            <ac:spMk id="7" creationId="{D2ED940B-FECC-5AFE-06CF-9E5B830F4097}"/>
          </ac:spMkLst>
        </pc:spChg>
        <pc:spChg chg="del">
          <ac:chgData name="Robert Finch" userId="360118edfabb5ba6" providerId="LiveId" clId="{940D50E2-FEDC-434C-83CF-A13052851249}" dt="2025-11-09T01:15:42.798" v="143" actId="478"/>
          <ac:spMkLst>
            <pc:docMk/>
            <pc:sldMk cId="2650679018" sldId="258"/>
            <ac:spMk id="11" creationId="{C8AD479D-A626-EA12-6778-37C1986598D7}"/>
          </ac:spMkLst>
        </pc:spChg>
        <pc:spChg chg="mod">
          <ac:chgData name="Robert Finch" userId="360118edfabb5ba6" providerId="LiveId" clId="{940D50E2-FEDC-434C-83CF-A13052851249}" dt="2025-11-08T01:23:59.573" v="12" actId="20577"/>
          <ac:spMkLst>
            <pc:docMk/>
            <pc:sldMk cId="2650679018" sldId="258"/>
            <ac:spMk id="12" creationId="{6F5C0FF4-A309-FD98-0F3D-7343E3539E19}"/>
          </ac:spMkLst>
        </pc:spChg>
        <pc:spChg chg="mod">
          <ac:chgData name="Robert Finch" userId="360118edfabb5ba6" providerId="LiveId" clId="{940D50E2-FEDC-434C-83CF-A13052851249}" dt="2025-11-08T01:24:06.452" v="14" actId="20577"/>
          <ac:spMkLst>
            <pc:docMk/>
            <pc:sldMk cId="2650679018" sldId="258"/>
            <ac:spMk id="13" creationId="{72840A09-4AC9-B5D4-618A-A9F35B8DDFDA}"/>
          </ac:spMkLst>
        </pc:spChg>
        <pc:spChg chg="mod">
          <ac:chgData name="Robert Finch" userId="360118edfabb5ba6" providerId="LiveId" clId="{940D50E2-FEDC-434C-83CF-A13052851249}" dt="2025-11-08T01:24:10.745" v="16" actId="20577"/>
          <ac:spMkLst>
            <pc:docMk/>
            <pc:sldMk cId="2650679018" sldId="258"/>
            <ac:spMk id="14" creationId="{F4F39427-84A3-4D39-9505-6877F7B36440}"/>
          </ac:spMkLst>
        </pc:spChg>
        <pc:spChg chg="del mod">
          <ac:chgData name="Robert Finch" userId="360118edfabb5ba6" providerId="LiveId" clId="{940D50E2-FEDC-434C-83CF-A13052851249}" dt="2025-11-09T01:15:44.530" v="144" actId="478"/>
          <ac:spMkLst>
            <pc:docMk/>
            <pc:sldMk cId="2650679018" sldId="258"/>
            <ac:spMk id="15" creationId="{BDAECFD9-FE9C-E2C7-8D42-FB8DDBD7BCDF}"/>
          </ac:spMkLst>
        </pc:spChg>
        <pc:spChg chg="del">
          <ac:chgData name="Robert Finch" userId="360118edfabb5ba6" providerId="LiveId" clId="{940D50E2-FEDC-434C-83CF-A13052851249}" dt="2025-11-09T01:15:46.210" v="145" actId="478"/>
          <ac:spMkLst>
            <pc:docMk/>
            <pc:sldMk cId="2650679018" sldId="258"/>
            <ac:spMk id="16" creationId="{EEAACC6D-5F10-9476-6AF7-25E7D777913C}"/>
          </ac:spMkLst>
        </pc:spChg>
        <pc:spChg chg="mod">
          <ac:chgData name="Robert Finch" userId="360118edfabb5ba6" providerId="LiveId" clId="{940D50E2-FEDC-434C-83CF-A13052851249}" dt="2025-11-09T01:39:24.159" v="401" actId="20577"/>
          <ac:spMkLst>
            <pc:docMk/>
            <pc:sldMk cId="2650679018" sldId="258"/>
            <ac:spMk id="20" creationId="{34CB261E-026D-6907-AD30-CF0B591A724F}"/>
          </ac:spMkLst>
        </pc:spChg>
        <pc:spChg chg="mod">
          <ac:chgData name="Robert Finch" userId="360118edfabb5ba6" providerId="LiveId" clId="{940D50E2-FEDC-434C-83CF-A13052851249}" dt="2025-11-09T01:38:44.752" v="387" actId="20577"/>
          <ac:spMkLst>
            <pc:docMk/>
            <pc:sldMk cId="2650679018" sldId="258"/>
            <ac:spMk id="21" creationId="{C7AC94DC-C20E-D6B4-9F48-7D1A03BE529B}"/>
          </ac:spMkLst>
        </pc:spChg>
        <pc:spChg chg="mod">
          <ac:chgData name="Robert Finch" userId="360118edfabb5ba6" providerId="LiveId" clId="{940D50E2-FEDC-434C-83CF-A13052851249}" dt="2025-11-09T01:38:47.527" v="389" actId="20577"/>
          <ac:spMkLst>
            <pc:docMk/>
            <pc:sldMk cId="2650679018" sldId="258"/>
            <ac:spMk id="22" creationId="{E7410A97-68B3-BA68-1F2B-03A50AB57151}"/>
          </ac:spMkLst>
        </pc:spChg>
        <pc:spChg chg="mod">
          <ac:chgData name="Robert Finch" userId="360118edfabb5ba6" providerId="LiveId" clId="{940D50E2-FEDC-434C-83CF-A13052851249}" dt="2025-11-09T01:38:50.794" v="391" actId="20577"/>
          <ac:spMkLst>
            <pc:docMk/>
            <pc:sldMk cId="2650679018" sldId="258"/>
            <ac:spMk id="23" creationId="{443D22A6-B987-CA04-9B06-E76C61084009}"/>
          </ac:spMkLst>
        </pc:spChg>
        <pc:spChg chg="del">
          <ac:chgData name="Robert Finch" userId="360118edfabb5ba6" providerId="LiveId" clId="{940D50E2-FEDC-434C-83CF-A13052851249}" dt="2025-11-09T01:16:05.753" v="150" actId="478"/>
          <ac:spMkLst>
            <pc:docMk/>
            <pc:sldMk cId="2650679018" sldId="258"/>
            <ac:spMk id="24" creationId="{53ACE3A7-C2C0-1890-474B-30518BBE8882}"/>
          </ac:spMkLst>
        </pc:spChg>
        <pc:spChg chg="mod">
          <ac:chgData name="Robert Finch" userId="360118edfabb5ba6" providerId="LiveId" clId="{940D50E2-FEDC-434C-83CF-A13052851249}" dt="2025-11-09T01:38:30.938" v="379" actId="20577"/>
          <ac:spMkLst>
            <pc:docMk/>
            <pc:sldMk cId="2650679018" sldId="258"/>
            <ac:spMk id="25" creationId="{B215621A-79D3-2B7B-FC60-D55C0FCEA00D}"/>
          </ac:spMkLst>
        </pc:spChg>
        <pc:spChg chg="mod">
          <ac:chgData name="Robert Finch" userId="360118edfabb5ba6" providerId="LiveId" clId="{940D50E2-FEDC-434C-83CF-A13052851249}" dt="2025-11-09T01:38:28.506" v="377" actId="20577"/>
          <ac:spMkLst>
            <pc:docMk/>
            <pc:sldMk cId="2650679018" sldId="258"/>
            <ac:spMk id="26" creationId="{DBFAFD0E-DD28-429F-60D4-DE976D8D29A4}"/>
          </ac:spMkLst>
        </pc:spChg>
        <pc:spChg chg="mod">
          <ac:chgData name="Robert Finch" userId="360118edfabb5ba6" providerId="LiveId" clId="{940D50E2-FEDC-434C-83CF-A13052851249}" dt="2025-11-09T01:38:26.161" v="375" actId="20577"/>
          <ac:spMkLst>
            <pc:docMk/>
            <pc:sldMk cId="2650679018" sldId="258"/>
            <ac:spMk id="27" creationId="{2B30CE28-37BB-4E0F-2446-CA1F48B6C715}"/>
          </ac:spMkLst>
        </pc:spChg>
        <pc:spChg chg="del">
          <ac:chgData name="Robert Finch" userId="360118edfabb5ba6" providerId="LiveId" clId="{940D50E2-FEDC-434C-83CF-A13052851249}" dt="2025-11-09T01:15:48.026" v="146" actId="478"/>
          <ac:spMkLst>
            <pc:docMk/>
            <pc:sldMk cId="2650679018" sldId="258"/>
            <ac:spMk id="28" creationId="{F6B60F17-07FB-8592-78A6-C5510BDA87CA}"/>
          </ac:spMkLst>
        </pc:spChg>
        <pc:spChg chg="mod">
          <ac:chgData name="Robert Finch" userId="360118edfabb5ba6" providerId="LiveId" clId="{940D50E2-FEDC-434C-83CF-A13052851249}" dt="2025-11-09T01:38:10.370" v="367" actId="20577"/>
          <ac:spMkLst>
            <pc:docMk/>
            <pc:sldMk cId="2650679018" sldId="258"/>
            <ac:spMk id="29" creationId="{61A98C63-63B3-A1FF-5571-81171558DEEC}"/>
          </ac:spMkLst>
        </pc:spChg>
        <pc:spChg chg="mod">
          <ac:chgData name="Robert Finch" userId="360118edfabb5ba6" providerId="LiveId" clId="{940D50E2-FEDC-434C-83CF-A13052851249}" dt="2025-11-09T01:36:23.806" v="341" actId="14100"/>
          <ac:spMkLst>
            <pc:docMk/>
            <pc:sldMk cId="2650679018" sldId="258"/>
            <ac:spMk id="30" creationId="{EC8FD731-006D-9392-BA7E-6C81F749273D}"/>
          </ac:spMkLst>
        </pc:spChg>
        <pc:spChg chg="mod">
          <ac:chgData name="Robert Finch" userId="360118edfabb5ba6" providerId="LiveId" clId="{940D50E2-FEDC-434C-83CF-A13052851249}" dt="2025-11-09T01:36:18.464" v="340" actId="1076"/>
          <ac:spMkLst>
            <pc:docMk/>
            <pc:sldMk cId="2650679018" sldId="258"/>
            <ac:spMk id="31" creationId="{CB10116E-5EA6-D599-32FD-6193DFFAC637}"/>
          </ac:spMkLst>
        </pc:spChg>
        <pc:spChg chg="del">
          <ac:chgData name="Robert Finch" userId="360118edfabb5ba6" providerId="LiveId" clId="{940D50E2-FEDC-434C-83CF-A13052851249}" dt="2025-11-09T01:15:54.385" v="148" actId="478"/>
          <ac:spMkLst>
            <pc:docMk/>
            <pc:sldMk cId="2650679018" sldId="258"/>
            <ac:spMk id="33" creationId="{52B6D72F-9592-D826-9B49-50A1B8A542BE}"/>
          </ac:spMkLst>
        </pc:spChg>
        <pc:spChg chg="mod">
          <ac:chgData name="Robert Finch" userId="360118edfabb5ba6" providerId="LiveId" clId="{940D50E2-FEDC-434C-83CF-A13052851249}" dt="2025-11-09T01:38:34.010" v="381" actId="20577"/>
          <ac:spMkLst>
            <pc:docMk/>
            <pc:sldMk cId="2650679018" sldId="258"/>
            <ac:spMk id="34" creationId="{437D6B38-9653-41ED-F752-4E7033A4349E}"/>
          </ac:spMkLst>
        </pc:spChg>
        <pc:spChg chg="mod">
          <ac:chgData name="Robert Finch" userId="360118edfabb5ba6" providerId="LiveId" clId="{940D50E2-FEDC-434C-83CF-A13052851249}" dt="2025-11-09T01:38:36.617" v="383" actId="20577"/>
          <ac:spMkLst>
            <pc:docMk/>
            <pc:sldMk cId="2650679018" sldId="258"/>
            <ac:spMk id="35" creationId="{FA20F7F4-E53F-C70E-F8DC-75A6C911A03F}"/>
          </ac:spMkLst>
        </pc:spChg>
        <pc:spChg chg="mod">
          <ac:chgData name="Robert Finch" userId="360118edfabb5ba6" providerId="LiveId" clId="{940D50E2-FEDC-434C-83CF-A13052851249}" dt="2025-11-09T01:38:40.433" v="385" actId="20577"/>
          <ac:spMkLst>
            <pc:docMk/>
            <pc:sldMk cId="2650679018" sldId="258"/>
            <ac:spMk id="36" creationId="{9D7EB854-DDE2-F90E-C656-ABA798196F6A}"/>
          </ac:spMkLst>
        </pc:spChg>
        <pc:spChg chg="mod">
          <ac:chgData name="Robert Finch" userId="360118edfabb5ba6" providerId="LiveId" clId="{940D50E2-FEDC-434C-83CF-A13052851249}" dt="2025-11-09T01:39:33.196" v="405" actId="20577"/>
          <ac:spMkLst>
            <pc:docMk/>
            <pc:sldMk cId="2650679018" sldId="258"/>
            <ac:spMk id="38" creationId="{15067C78-238E-0C37-463C-051DD16AD52D}"/>
          </ac:spMkLst>
        </pc:spChg>
        <pc:spChg chg="add mod">
          <ac:chgData name="Robert Finch" userId="360118edfabb5ba6" providerId="LiveId" clId="{940D50E2-FEDC-434C-83CF-A13052851249}" dt="2025-11-09T01:50:35.156" v="442" actId="1076"/>
          <ac:spMkLst>
            <pc:docMk/>
            <pc:sldMk cId="2650679018" sldId="258"/>
            <ac:spMk id="39" creationId="{3B73F1F2-519F-1600-2671-AC5D96A076C3}"/>
          </ac:spMkLst>
        </pc:spChg>
        <pc:spChg chg="add del mod">
          <ac:chgData name="Robert Finch" userId="360118edfabb5ba6" providerId="LiveId" clId="{940D50E2-FEDC-434C-83CF-A13052851249}" dt="2025-11-08T01:34:54.717" v="95" actId="478"/>
          <ac:spMkLst>
            <pc:docMk/>
            <pc:sldMk cId="2650679018" sldId="258"/>
            <ac:spMk id="39" creationId="{F04C13D4-2BB9-E3BC-D9C4-1789BABE8F84}"/>
          </ac:spMkLst>
        </pc:spChg>
        <pc:spChg chg="mod">
          <ac:chgData name="Robert Finch" userId="360118edfabb5ba6" providerId="LiveId" clId="{940D50E2-FEDC-434C-83CF-A13052851249}" dt="2025-11-09T01:16:37.890" v="169" actId="6549"/>
          <ac:spMkLst>
            <pc:docMk/>
            <pc:sldMk cId="2650679018" sldId="258"/>
            <ac:spMk id="42" creationId="{03CE8FF0-7A85-E9A2-3D8D-2E0A8C026A36}"/>
          </ac:spMkLst>
        </pc:spChg>
        <pc:spChg chg="add del mod">
          <ac:chgData name="Robert Finch" userId="360118edfabb5ba6" providerId="LiveId" clId="{940D50E2-FEDC-434C-83CF-A13052851249}" dt="2025-11-08T01:34:51.820" v="93" actId="478"/>
          <ac:spMkLst>
            <pc:docMk/>
            <pc:sldMk cId="2650679018" sldId="258"/>
            <ac:spMk id="43" creationId="{9C1F6D9A-F2F8-DAB7-C7B6-9DC8B7A78856}"/>
          </ac:spMkLst>
        </pc:spChg>
        <pc:spChg chg="add mod">
          <ac:chgData name="Robert Finch" userId="360118edfabb5ba6" providerId="LiveId" clId="{940D50E2-FEDC-434C-83CF-A13052851249}" dt="2025-11-09T01:36:58.455" v="348" actId="20577"/>
          <ac:spMkLst>
            <pc:docMk/>
            <pc:sldMk cId="2650679018" sldId="258"/>
            <ac:spMk id="43" creationId="{B5A87727-E716-AAA1-E489-9C1DA738B6D5}"/>
          </ac:spMkLst>
        </pc:spChg>
        <pc:spChg chg="add mod">
          <ac:chgData name="Robert Finch" userId="360118edfabb5ba6" providerId="LiveId" clId="{940D50E2-FEDC-434C-83CF-A13052851249}" dt="2025-11-09T01:37:13.650" v="351" actId="20577"/>
          <ac:spMkLst>
            <pc:docMk/>
            <pc:sldMk cId="2650679018" sldId="258"/>
            <ac:spMk id="44" creationId="{0E31EA34-495E-3A46-E3AD-2D861E77FD88}"/>
          </ac:spMkLst>
        </pc:spChg>
        <pc:spChg chg="add del mod">
          <ac:chgData name="Robert Finch" userId="360118edfabb5ba6" providerId="LiveId" clId="{940D50E2-FEDC-434C-83CF-A13052851249}" dt="2025-11-08T01:34:50.317" v="92" actId="478"/>
          <ac:spMkLst>
            <pc:docMk/>
            <pc:sldMk cId="2650679018" sldId="258"/>
            <ac:spMk id="44" creationId="{F6B80966-A70A-77ED-63D9-A6C3B6EC7A7B}"/>
          </ac:spMkLst>
        </pc:spChg>
        <pc:spChg chg="add mod">
          <ac:chgData name="Robert Finch" userId="360118edfabb5ba6" providerId="LiveId" clId="{940D50E2-FEDC-434C-83CF-A13052851249}" dt="2025-11-09T01:37:27.322" v="354" actId="20577"/>
          <ac:spMkLst>
            <pc:docMk/>
            <pc:sldMk cId="2650679018" sldId="258"/>
            <ac:spMk id="45" creationId="{E345E55C-95CE-16C5-C38E-EFE57BA529CA}"/>
          </ac:spMkLst>
        </pc:spChg>
        <pc:spChg chg="add mod">
          <ac:chgData name="Robert Finch" userId="360118edfabb5ba6" providerId="LiveId" clId="{940D50E2-FEDC-434C-83CF-A13052851249}" dt="2025-11-09T01:37:39.418" v="357" actId="20577"/>
          <ac:spMkLst>
            <pc:docMk/>
            <pc:sldMk cId="2650679018" sldId="258"/>
            <ac:spMk id="46" creationId="{C254A83D-7105-CA95-F73E-4C82E0034354}"/>
          </ac:spMkLst>
        </pc:spChg>
        <pc:spChg chg="add mod">
          <ac:chgData name="Robert Finch" userId="360118edfabb5ba6" providerId="LiveId" clId="{940D50E2-FEDC-434C-83CF-A13052851249}" dt="2025-11-09T01:38:23.985" v="373" actId="20577"/>
          <ac:spMkLst>
            <pc:docMk/>
            <pc:sldMk cId="2650679018" sldId="258"/>
            <ac:spMk id="47" creationId="{FDB2C585-DCB8-330F-C09D-48F6756F9307}"/>
          </ac:spMkLst>
        </pc:spChg>
        <pc:spChg chg="add mod">
          <ac:chgData name="Robert Finch" userId="360118edfabb5ba6" providerId="LiveId" clId="{940D50E2-FEDC-434C-83CF-A13052851249}" dt="2025-11-09T01:38:21.274" v="371" actId="20577"/>
          <ac:spMkLst>
            <pc:docMk/>
            <pc:sldMk cId="2650679018" sldId="258"/>
            <ac:spMk id="48" creationId="{2A5B03B0-2283-C3F3-4789-982C177452DF}"/>
          </ac:spMkLst>
        </pc:spChg>
        <pc:spChg chg="add mod">
          <ac:chgData name="Robert Finch" userId="360118edfabb5ba6" providerId="LiveId" clId="{940D50E2-FEDC-434C-83CF-A13052851249}" dt="2025-11-09T01:38:57.918" v="393" actId="1076"/>
          <ac:spMkLst>
            <pc:docMk/>
            <pc:sldMk cId="2650679018" sldId="258"/>
            <ac:spMk id="49" creationId="{8F72AF73-055A-C2DB-ADE5-065C16F244C9}"/>
          </ac:spMkLst>
        </pc:spChg>
        <pc:spChg chg="add mod">
          <ac:chgData name="Robert Finch" userId="360118edfabb5ba6" providerId="LiveId" clId="{940D50E2-FEDC-434C-83CF-A13052851249}" dt="2025-11-09T01:39:03.427" v="395" actId="1076"/>
          <ac:spMkLst>
            <pc:docMk/>
            <pc:sldMk cId="2650679018" sldId="258"/>
            <ac:spMk id="50" creationId="{E95802C6-5EB2-1AE9-7E8B-A373AFC3AF2A}"/>
          </ac:spMkLst>
        </pc:spChg>
        <pc:spChg chg="add mod">
          <ac:chgData name="Robert Finch" userId="360118edfabb5ba6" providerId="LiveId" clId="{940D50E2-FEDC-434C-83CF-A13052851249}" dt="2025-11-09T01:39:15.086" v="398" actId="1076"/>
          <ac:spMkLst>
            <pc:docMk/>
            <pc:sldMk cId="2650679018" sldId="258"/>
            <ac:spMk id="51" creationId="{58A3E361-97B1-71DC-C6DA-4EC9480C96CE}"/>
          </ac:spMkLst>
        </pc:spChg>
        <pc:spChg chg="add mod">
          <ac:chgData name="Robert Finch" userId="360118edfabb5ba6" providerId="LiveId" clId="{940D50E2-FEDC-434C-83CF-A13052851249}" dt="2025-11-09T01:39:21.234" v="400" actId="1076"/>
          <ac:spMkLst>
            <pc:docMk/>
            <pc:sldMk cId="2650679018" sldId="258"/>
            <ac:spMk id="52" creationId="{A7C1B19B-EFF1-E4AC-1101-092FA74F576B}"/>
          </ac:spMkLst>
        </pc:spChg>
      </pc:sldChg>
      <pc:sldChg chg="addSp delSp modSp mod">
        <pc:chgData name="Robert Finch" userId="360118edfabb5ba6" providerId="LiveId" clId="{940D50E2-FEDC-434C-83CF-A13052851249}" dt="2025-11-09T01:42:28.306" v="435" actId="1076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1-08T01:30:23.150" v="85" actId="20577"/>
          <ac:spMkLst>
            <pc:docMk/>
            <pc:sldMk cId="2694914445" sldId="259"/>
            <ac:spMk id="2" creationId="{8C0E7671-DA3D-5C66-D0DC-22B672A22041}"/>
          </ac:spMkLst>
        </pc:spChg>
        <pc:spChg chg="add mod">
          <ac:chgData name="Robert Finch" userId="360118edfabb5ba6" providerId="LiveId" clId="{940D50E2-FEDC-434C-83CF-A13052851249}" dt="2025-11-09T01:41:12.014" v="414" actId="1076"/>
          <ac:spMkLst>
            <pc:docMk/>
            <pc:sldMk cId="2694914445" sldId="259"/>
            <ac:spMk id="3" creationId="{1C63C0F5-DD13-944B-7406-0229744035D4}"/>
          </ac:spMkLst>
        </pc:spChg>
        <pc:spChg chg="mod">
          <ac:chgData name="Robert Finch" userId="360118edfabb5ba6" providerId="LiveId" clId="{940D50E2-FEDC-434C-83CF-A13052851249}" dt="2025-11-09T01:40:44.258" v="410" actId="20577"/>
          <ac:spMkLst>
            <pc:docMk/>
            <pc:sldMk cId="2694914445" sldId="259"/>
            <ac:spMk id="6" creationId="{B17E7B95-30A7-75E7-609B-7E49FA75F5AE}"/>
          </ac:spMkLst>
        </pc:spChg>
        <pc:spChg chg="mod">
          <ac:chgData name="Robert Finch" userId="360118edfabb5ba6" providerId="LiveId" clId="{940D50E2-FEDC-434C-83CF-A13052851249}" dt="2025-11-09T01:40:38.570" v="408" actId="20577"/>
          <ac:spMkLst>
            <pc:docMk/>
            <pc:sldMk cId="2694914445" sldId="259"/>
            <ac:spMk id="7" creationId="{3A7BB0F3-B210-B42C-7680-42C0E660F87F}"/>
          </ac:spMkLst>
        </pc:spChg>
        <pc:spChg chg="mod">
          <ac:chgData name="Robert Finch" userId="360118edfabb5ba6" providerId="LiveId" clId="{940D50E2-FEDC-434C-83CF-A13052851249}" dt="2025-11-09T01:40:55.366" v="411" actId="1076"/>
          <ac:spMkLst>
            <pc:docMk/>
            <pc:sldMk cId="2694914445" sldId="259"/>
            <ac:spMk id="9" creationId="{14B384DD-9D81-9F38-26B7-8F5F8B7F8585}"/>
          </ac:spMkLst>
        </pc:spChg>
        <pc:spChg chg="del">
          <ac:chgData name="Robert Finch" userId="360118edfabb5ba6" providerId="LiveId" clId="{940D50E2-FEDC-434C-83CF-A13052851249}" dt="2025-11-09T01:19:29.321" v="230" actId="478"/>
          <ac:spMkLst>
            <pc:docMk/>
            <pc:sldMk cId="2694914445" sldId="259"/>
            <ac:spMk id="13" creationId="{B8A1A896-48C2-4C3D-405C-C07E27749303}"/>
          </ac:spMkLst>
        </pc:spChg>
        <pc:spChg chg="del">
          <ac:chgData name="Robert Finch" userId="360118edfabb5ba6" providerId="LiveId" clId="{940D50E2-FEDC-434C-83CF-A13052851249}" dt="2025-11-09T01:19:27.554" v="229" actId="478"/>
          <ac:spMkLst>
            <pc:docMk/>
            <pc:sldMk cId="2694914445" sldId="259"/>
            <ac:spMk id="17" creationId="{6CDB9EBD-F6E5-0943-973A-12F601CF3135}"/>
          </ac:spMkLst>
        </pc:spChg>
        <pc:spChg chg="del">
          <ac:chgData name="Robert Finch" userId="360118edfabb5ba6" providerId="LiveId" clId="{940D50E2-FEDC-434C-83CF-A13052851249}" dt="2025-11-09T01:19:30.561" v="231" actId="478"/>
          <ac:spMkLst>
            <pc:docMk/>
            <pc:sldMk cId="2694914445" sldId="259"/>
            <ac:spMk id="18" creationId="{DA3B80D8-1F6C-7DDC-88E8-A7BEEC7CC9E9}"/>
          </ac:spMkLst>
        </pc:spChg>
        <pc:spChg chg="mod">
          <ac:chgData name="Robert Finch" userId="360118edfabb5ba6" providerId="LiveId" clId="{940D50E2-FEDC-434C-83CF-A13052851249}" dt="2025-11-09T01:41:41.591" v="424" actId="20577"/>
          <ac:spMkLst>
            <pc:docMk/>
            <pc:sldMk cId="2694914445" sldId="259"/>
            <ac:spMk id="22" creationId="{4BD60F5D-0A1C-F533-8A90-2EA3F585F33B}"/>
          </ac:spMkLst>
        </pc:spChg>
        <pc:spChg chg="mod">
          <ac:chgData name="Robert Finch" userId="360118edfabb5ba6" providerId="LiveId" clId="{940D50E2-FEDC-434C-83CF-A13052851249}" dt="2025-11-09T01:41:34.451" v="419" actId="14100"/>
          <ac:spMkLst>
            <pc:docMk/>
            <pc:sldMk cId="2694914445" sldId="259"/>
            <ac:spMk id="23" creationId="{7D89D6E8-8402-28E1-B2C1-45D30B4E48D0}"/>
          </ac:spMkLst>
        </pc:spChg>
        <pc:spChg chg="del">
          <ac:chgData name="Robert Finch" userId="360118edfabb5ba6" providerId="LiveId" clId="{940D50E2-FEDC-434C-83CF-A13052851249}" dt="2025-11-09T01:20:00.275" v="236" actId="478"/>
          <ac:spMkLst>
            <pc:docMk/>
            <pc:sldMk cId="2694914445" sldId="259"/>
            <ac:spMk id="31" creationId="{C4D349AE-A615-443E-6F4B-9AEE013F3B93}"/>
          </ac:spMkLst>
        </pc:spChg>
        <pc:spChg chg="del">
          <ac:chgData name="Robert Finch" userId="360118edfabb5ba6" providerId="LiveId" clId="{940D50E2-FEDC-434C-83CF-A13052851249}" dt="2025-11-09T01:20:02.361" v="237" actId="478"/>
          <ac:spMkLst>
            <pc:docMk/>
            <pc:sldMk cId="2694914445" sldId="259"/>
            <ac:spMk id="32" creationId="{1BA911F3-2998-E10A-605E-FDA9CCC5BD7D}"/>
          </ac:spMkLst>
        </pc:spChg>
        <pc:spChg chg="mod">
          <ac:chgData name="Robert Finch" userId="360118edfabb5ba6" providerId="LiveId" clId="{940D50E2-FEDC-434C-83CF-A13052851249}" dt="2025-11-09T01:41:50.955" v="428" actId="20577"/>
          <ac:spMkLst>
            <pc:docMk/>
            <pc:sldMk cId="2694914445" sldId="259"/>
            <ac:spMk id="36" creationId="{44F5672D-C543-A461-3B78-FBF971DAEE0C}"/>
          </ac:spMkLst>
        </pc:spChg>
        <pc:spChg chg="mod">
          <ac:chgData name="Robert Finch" userId="360118edfabb5ba6" providerId="LiveId" clId="{940D50E2-FEDC-434C-83CF-A13052851249}" dt="2025-11-09T01:42:02.070" v="429" actId="14100"/>
          <ac:spMkLst>
            <pc:docMk/>
            <pc:sldMk cId="2694914445" sldId="259"/>
            <ac:spMk id="37" creationId="{712B7482-2A08-6F41-E94E-C497C87E31DA}"/>
          </ac:spMkLst>
        </pc:spChg>
        <pc:spChg chg="del">
          <ac:chgData name="Robert Finch" userId="360118edfabb5ba6" providerId="LiveId" clId="{940D50E2-FEDC-434C-83CF-A13052851249}" dt="2025-11-09T01:20:03.818" v="238" actId="478"/>
          <ac:spMkLst>
            <pc:docMk/>
            <pc:sldMk cId="2694914445" sldId="259"/>
            <ac:spMk id="38" creationId="{0C1539C4-1A6A-ECD9-94B8-8C5239E36FF1}"/>
          </ac:spMkLst>
        </pc:spChg>
        <pc:spChg chg="add mod">
          <ac:chgData name="Robert Finch" userId="360118edfabb5ba6" providerId="LiveId" clId="{940D50E2-FEDC-434C-83CF-A13052851249}" dt="2025-11-09T01:41:20.330" v="416" actId="1076"/>
          <ac:spMkLst>
            <pc:docMk/>
            <pc:sldMk cId="2694914445" sldId="259"/>
            <ac:spMk id="45" creationId="{A54DFADE-6461-BE11-6516-7F0481608F40}"/>
          </ac:spMkLst>
        </pc:spChg>
        <pc:spChg chg="add mod">
          <ac:chgData name="Robert Finch" userId="360118edfabb5ba6" providerId="LiveId" clId="{940D50E2-FEDC-434C-83CF-A13052851249}" dt="2025-11-09T01:41:28.846" v="418" actId="1076"/>
          <ac:spMkLst>
            <pc:docMk/>
            <pc:sldMk cId="2694914445" sldId="259"/>
            <ac:spMk id="46" creationId="{3BA76494-59BD-BBA6-0C26-88DE139CCB57}"/>
          </ac:spMkLst>
        </pc:spChg>
        <pc:spChg chg="add mod">
          <ac:chgData name="Robert Finch" userId="360118edfabb5ba6" providerId="LiveId" clId="{940D50E2-FEDC-434C-83CF-A13052851249}" dt="2025-11-09T01:42:12.713" v="431" actId="1076"/>
          <ac:spMkLst>
            <pc:docMk/>
            <pc:sldMk cId="2694914445" sldId="259"/>
            <ac:spMk id="47" creationId="{D9738219-BF0F-73E1-B3BF-0ABF674AEF79}"/>
          </ac:spMkLst>
        </pc:spChg>
        <pc:spChg chg="add mod">
          <ac:chgData name="Robert Finch" userId="360118edfabb5ba6" providerId="LiveId" clId="{940D50E2-FEDC-434C-83CF-A13052851249}" dt="2025-11-09T01:42:21.134" v="433" actId="1076"/>
          <ac:spMkLst>
            <pc:docMk/>
            <pc:sldMk cId="2694914445" sldId="259"/>
            <ac:spMk id="48" creationId="{9AF7ABA2-89A2-AED6-67CE-918A8BD4D988}"/>
          </ac:spMkLst>
        </pc:spChg>
        <pc:spChg chg="add mod">
          <ac:chgData name="Robert Finch" userId="360118edfabb5ba6" providerId="LiveId" clId="{940D50E2-FEDC-434C-83CF-A13052851249}" dt="2025-11-09T01:42:28.306" v="435" actId="1076"/>
          <ac:spMkLst>
            <pc:docMk/>
            <pc:sldMk cId="2694914445" sldId="259"/>
            <ac:spMk id="49" creationId="{E6834225-5EDD-04D9-745E-B28DD8D19548}"/>
          </ac:spMkLst>
        </pc:spChg>
      </pc:sldChg>
      <pc:sldChg chg="addSp delSp modSp mod">
        <pc:chgData name="Robert Finch" userId="360118edfabb5ba6" providerId="LiveId" clId="{940D50E2-FEDC-434C-83CF-A13052851249}" dt="2025-11-09T01:56:09.126" v="459" actId="1076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1-08T01:35:15.750" v="106" actId="20577"/>
          <ac:spMkLst>
            <pc:docMk/>
            <pc:sldMk cId="522921597" sldId="260"/>
            <ac:spMk id="2" creationId="{F8A33C03-86BC-47B3-352E-CEAFA8E49E87}"/>
          </ac:spMkLst>
        </pc:spChg>
        <pc:spChg chg="add mod">
          <ac:chgData name="Robert Finch" userId="360118edfabb5ba6" providerId="LiveId" clId="{940D50E2-FEDC-434C-83CF-A13052851249}" dt="2025-11-09T01:55:29.985" v="450" actId="1076"/>
          <ac:spMkLst>
            <pc:docMk/>
            <pc:sldMk cId="522921597" sldId="260"/>
            <ac:spMk id="3" creationId="{A7487C35-0C63-3388-3805-0DB75FA788A0}"/>
          </ac:spMkLst>
        </pc:spChg>
        <pc:spChg chg="del">
          <ac:chgData name="Robert Finch" userId="360118edfabb5ba6" providerId="LiveId" clId="{940D50E2-FEDC-434C-83CF-A13052851249}" dt="2025-11-09T01:20:31.647" v="245" actId="478"/>
          <ac:spMkLst>
            <pc:docMk/>
            <pc:sldMk cId="522921597" sldId="260"/>
            <ac:spMk id="5" creationId="{BF912A54-2305-7875-3D38-4501F6247B4E}"/>
          </ac:spMkLst>
        </pc:spChg>
        <pc:spChg chg="mod">
          <ac:chgData name="Robert Finch" userId="360118edfabb5ba6" providerId="LiveId" clId="{940D50E2-FEDC-434C-83CF-A13052851249}" dt="2025-11-09T01:55:23.971" v="448" actId="1076"/>
          <ac:spMkLst>
            <pc:docMk/>
            <pc:sldMk cId="522921597" sldId="260"/>
            <ac:spMk id="6" creationId="{21F37D6B-60A6-4809-18D2-0553D99F0657}"/>
          </ac:spMkLst>
        </pc:spChg>
        <pc:spChg chg="mod">
          <ac:chgData name="Robert Finch" userId="360118edfabb5ba6" providerId="LiveId" clId="{940D50E2-FEDC-434C-83CF-A13052851249}" dt="2025-11-09T01:55:14.999" v="447" actId="1076"/>
          <ac:spMkLst>
            <pc:docMk/>
            <pc:sldMk cId="522921597" sldId="260"/>
            <ac:spMk id="7" creationId="{3E05A981-F263-3DEA-4B79-93D96CD6F334}"/>
          </ac:spMkLst>
        </pc:spChg>
        <pc:spChg chg="mod">
          <ac:chgData name="Robert Finch" userId="360118edfabb5ba6" providerId="LiveId" clId="{940D50E2-FEDC-434C-83CF-A13052851249}" dt="2025-11-09T01:55:09.138" v="446" actId="20577"/>
          <ac:spMkLst>
            <pc:docMk/>
            <pc:sldMk cId="522921597" sldId="260"/>
            <ac:spMk id="9" creationId="{EE884DDB-E400-F85E-C54B-73F8148E9286}"/>
          </ac:spMkLst>
        </pc:spChg>
        <pc:spChg chg="mod">
          <ac:chgData name="Robert Finch" userId="360118edfabb5ba6" providerId="LiveId" clId="{940D50E2-FEDC-434C-83CF-A13052851249}" dt="2025-11-09T01:55:34.657" v="451" actId="20577"/>
          <ac:spMkLst>
            <pc:docMk/>
            <pc:sldMk cId="522921597" sldId="260"/>
            <ac:spMk id="11" creationId="{3FFFE904-FC5E-7191-48EF-8681D2D72CFC}"/>
          </ac:spMkLst>
        </pc:spChg>
        <pc:spChg chg="add mod">
          <ac:chgData name="Robert Finch" userId="360118edfabb5ba6" providerId="LiveId" clId="{940D50E2-FEDC-434C-83CF-A13052851249}" dt="2025-11-09T01:56:03.850" v="458" actId="1076"/>
          <ac:spMkLst>
            <pc:docMk/>
            <pc:sldMk cId="522921597" sldId="260"/>
            <ac:spMk id="13" creationId="{CC8DE211-FE85-5EE1-1044-649C28555208}"/>
          </ac:spMkLst>
        </pc:spChg>
        <pc:spChg chg="del">
          <ac:chgData name="Robert Finch" userId="360118edfabb5ba6" providerId="LiveId" clId="{940D50E2-FEDC-434C-83CF-A13052851249}" dt="2025-11-09T01:21:10.634" v="259" actId="478"/>
          <ac:spMkLst>
            <pc:docMk/>
            <pc:sldMk cId="522921597" sldId="260"/>
            <ac:spMk id="18" creationId="{828C432E-0CA7-EA49-EB56-EF92A04533BB}"/>
          </ac:spMkLst>
        </pc:spChg>
        <pc:spChg chg="mod">
          <ac:chgData name="Robert Finch" userId="360118edfabb5ba6" providerId="LiveId" clId="{940D50E2-FEDC-434C-83CF-A13052851249}" dt="2025-11-09T01:55:52.058" v="456" actId="20577"/>
          <ac:spMkLst>
            <pc:docMk/>
            <pc:sldMk cId="522921597" sldId="260"/>
            <ac:spMk id="19" creationId="{E6BA68F8-B915-B07A-3079-B8213D03056F}"/>
          </ac:spMkLst>
        </pc:spChg>
        <pc:spChg chg="mod">
          <ac:chgData name="Robert Finch" userId="360118edfabb5ba6" providerId="LiveId" clId="{940D50E2-FEDC-434C-83CF-A13052851249}" dt="2025-11-09T01:56:09.126" v="459" actId="1076"/>
          <ac:spMkLst>
            <pc:docMk/>
            <pc:sldMk cId="522921597" sldId="260"/>
            <ac:spMk id="22" creationId="{63B6F1BE-8984-CBE6-5587-9F69C8F532A4}"/>
          </ac:spMkLst>
        </pc:spChg>
      </pc:sldChg>
      <pc:sldChg chg="modSp mod">
        <pc:chgData name="Robert Finch" userId="360118edfabb5ba6" providerId="LiveId" clId="{940D50E2-FEDC-434C-83CF-A13052851249}" dt="2025-11-08T01:34:40.229" v="91" actId="20577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1-08T01:28:10.718" v="44" actId="20577"/>
          <ac:spMkLst>
            <pc:docMk/>
            <pc:sldMk cId="3556507299" sldId="261"/>
            <ac:spMk id="2" creationId="{3EA856E3-2BBA-5D07-B63B-437151994B7F}"/>
          </ac:spMkLst>
        </pc:spChg>
        <pc:spChg chg="mod">
          <ac:chgData name="Robert Finch" userId="360118edfabb5ba6" providerId="LiveId" clId="{940D50E2-FEDC-434C-83CF-A13052851249}" dt="2025-11-08T01:34:35.348" v="88" actId="20577"/>
          <ac:spMkLst>
            <pc:docMk/>
            <pc:sldMk cId="3556507299" sldId="261"/>
            <ac:spMk id="6" creationId="{65363119-AB2F-1D87-FF03-6872379676B1}"/>
          </ac:spMkLst>
        </pc:spChg>
        <pc:spChg chg="mod">
          <ac:chgData name="Robert Finch" userId="360118edfabb5ba6" providerId="LiveId" clId="{940D50E2-FEDC-434C-83CF-A13052851249}" dt="2025-11-08T01:34:40.229" v="91" actId="20577"/>
          <ac:spMkLst>
            <pc:docMk/>
            <pc:sldMk cId="3556507299" sldId="261"/>
            <ac:spMk id="7" creationId="{BD40131C-599A-B7F8-B65E-6D317ECE80A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Qupls2026: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512b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512b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Qupls2026: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107372" y="2465834"/>
            <a:ext cx="399978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120791" y="2465834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678886" y="2539642"/>
            <a:ext cx="388728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512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524058" y="308392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863658" y="308391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3203258" y="308391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505285" y="276621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844885" y="277545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3184485" y="277321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517433" y="347043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863658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3201050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CB261E-026D-6907-AD30-CF0B591A724F}"/>
              </a:ext>
            </a:extLst>
          </p:cNvPr>
          <p:cNvSpPr/>
          <p:nvPr/>
        </p:nvSpPr>
        <p:spPr>
          <a:xfrm>
            <a:off x="1870502" y="4251564"/>
            <a:ext cx="6888738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5x 2:1 Mux</a:t>
            </a:r>
            <a:endParaRPr lang="en-CA" sz="11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7AC94DC-C20E-D6B4-9F48-7D1A03BE529B}"/>
              </a:ext>
            </a:extLst>
          </p:cNvPr>
          <p:cNvSpPr/>
          <p:nvPr/>
        </p:nvSpPr>
        <p:spPr>
          <a:xfrm>
            <a:off x="5523495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E7410A97-68B3-BA68-1F2B-03A50AB57151}"/>
              </a:ext>
            </a:extLst>
          </p:cNvPr>
          <p:cNvSpPr/>
          <p:nvPr/>
        </p:nvSpPr>
        <p:spPr>
          <a:xfrm>
            <a:off x="6177270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443D22A6-B987-CA04-9B06-E76C61084009}"/>
              </a:ext>
            </a:extLst>
          </p:cNvPr>
          <p:cNvSpPr/>
          <p:nvPr/>
        </p:nvSpPr>
        <p:spPr>
          <a:xfrm>
            <a:off x="6831046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505285" y="3951181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863657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3201050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A98C63-63B3-A1FF-5571-81171558DEEC}"/>
              </a:ext>
            </a:extLst>
          </p:cNvPr>
          <p:cNvSpPr txBox="1"/>
          <p:nvPr/>
        </p:nvSpPr>
        <p:spPr>
          <a:xfrm>
            <a:off x="5293125" y="3572309"/>
            <a:ext cx="30387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Five Instructions from micro-code machine</a:t>
            </a:r>
            <a:endParaRPr lang="en-CA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55ABA037-99DD-FB58-5BC7-38EFDB9FAED6}"/>
              </a:ext>
            </a:extLst>
          </p:cNvPr>
          <p:cNvSpPr/>
          <p:nvPr/>
        </p:nvSpPr>
        <p:spPr>
          <a:xfrm>
            <a:off x="936693" y="4709598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512</a:t>
            </a:r>
            <a:endParaRPr lang="en-CA" sz="11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37D6B38-9653-41ED-F752-4E7033A4349E}"/>
              </a:ext>
            </a:extLst>
          </p:cNvPr>
          <p:cNvSpPr/>
          <p:nvPr/>
        </p:nvSpPr>
        <p:spPr>
          <a:xfrm>
            <a:off x="4515225" y="4539101"/>
            <a:ext cx="620642" cy="53304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FA20F7F4-E53F-C70E-F8DC-75A6C911A03F}"/>
              </a:ext>
            </a:extLst>
          </p:cNvPr>
          <p:cNvSpPr/>
          <p:nvPr/>
        </p:nvSpPr>
        <p:spPr>
          <a:xfrm>
            <a:off x="5204340" y="4539101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9D7EB854-DDE2-F90E-C656-ABA798196F6A}"/>
              </a:ext>
            </a:extLst>
          </p:cNvPr>
          <p:cNvSpPr/>
          <p:nvPr/>
        </p:nvSpPr>
        <p:spPr>
          <a:xfrm>
            <a:off x="5866949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6559826" y="1325563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Five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Micro-code instructions are multiplexed onto the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cache line are passed to the decode stage.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/>
          <p:nvPr/>
        </p:nvCxnSpPr>
        <p:spPr>
          <a:xfrm>
            <a:off x="784412" y="5072148"/>
            <a:ext cx="8637494" cy="3325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7912206" y="4821190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660384" y="1764660"/>
            <a:ext cx="32467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512b cache  line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524085" y="277321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3B73F1F2-519F-1600-2671-AC5D96A076C3}"/>
              </a:ext>
            </a:extLst>
          </p:cNvPr>
          <p:cNvSpPr/>
          <p:nvPr/>
        </p:nvSpPr>
        <p:spPr>
          <a:xfrm>
            <a:off x="1893706" y="277868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561631" y="308484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E31EA34-495E-3A46-E3AD-2D861E77FD88}"/>
              </a:ext>
            </a:extLst>
          </p:cNvPr>
          <p:cNvSpPr/>
          <p:nvPr/>
        </p:nvSpPr>
        <p:spPr>
          <a:xfrm>
            <a:off x="1893706" y="3091911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#4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535776" y="344437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254A83D-7105-CA95-F73E-4C82E0034354}"/>
              </a:ext>
            </a:extLst>
          </p:cNvPr>
          <p:cNvSpPr/>
          <p:nvPr/>
        </p:nvSpPr>
        <p:spPr>
          <a:xfrm>
            <a:off x="1870502" y="3454461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#4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517457" y="394475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2A5B03B0-2283-C3F3-4789-982C177452DF}"/>
              </a:ext>
            </a:extLst>
          </p:cNvPr>
          <p:cNvSpPr/>
          <p:nvPr/>
        </p:nvSpPr>
        <p:spPr>
          <a:xfrm>
            <a:off x="1848217" y="3938335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8F72AF73-055A-C2DB-ADE5-065C16F244C9}"/>
              </a:ext>
            </a:extLst>
          </p:cNvPr>
          <p:cNvSpPr/>
          <p:nvPr/>
        </p:nvSpPr>
        <p:spPr>
          <a:xfrm>
            <a:off x="7484822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E95802C6-5EB2-1AE9-7E8B-A373AFC3AF2A}"/>
              </a:ext>
            </a:extLst>
          </p:cNvPr>
          <p:cNvSpPr/>
          <p:nvPr/>
        </p:nvSpPr>
        <p:spPr>
          <a:xfrm>
            <a:off x="8138598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58A3E361-97B1-71DC-C6DA-4EC9480C96CE}"/>
              </a:ext>
            </a:extLst>
          </p:cNvPr>
          <p:cNvSpPr/>
          <p:nvPr/>
        </p:nvSpPr>
        <p:spPr>
          <a:xfrm>
            <a:off x="3871391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A7C1B19B-EFF1-E4AC-1101-092FA74F576B}"/>
              </a:ext>
            </a:extLst>
          </p:cNvPr>
          <p:cNvSpPr/>
          <p:nvPr/>
        </p:nvSpPr>
        <p:spPr>
          <a:xfrm>
            <a:off x="6520725" y="4545524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Qupls2026: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39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38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34343" y="3026326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680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Five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five and forty micro-ops will fill the buffer.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050BB8-A8B0-47DA-0E4A-93241DDB41A3}"/>
              </a:ext>
            </a:extLst>
          </p:cNvPr>
          <p:cNvSpPr/>
          <p:nvPr/>
        </p:nvSpPr>
        <p:spPr>
          <a:xfrm>
            <a:off x="769589" y="2183934"/>
            <a:ext cx="1019454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20C3770E-ABEF-F503-A83E-CBC0A0303ECF}"/>
              </a:ext>
            </a:extLst>
          </p:cNvPr>
          <p:cNvSpPr/>
          <p:nvPr/>
        </p:nvSpPr>
        <p:spPr>
          <a:xfrm>
            <a:off x="857386" y="2568244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3B77903-73CA-688E-465F-8526A3547042}"/>
              </a:ext>
            </a:extLst>
          </p:cNvPr>
          <p:cNvSpPr/>
          <p:nvPr/>
        </p:nvSpPr>
        <p:spPr>
          <a:xfrm>
            <a:off x="955208" y="166692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Qupls2026: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39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38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56869" y="2117027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455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Eight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two cache line constants per micro-op if the micro-op is a store instruction.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Qupls2026: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5864159" y="373070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FSQRT</a:t>
            </a:r>
            <a:endParaRPr lang="en-CA" sz="1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5864241" y="3481947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FDIV</a:t>
            </a:r>
            <a:endParaRPr lang="en-CA" sz="10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10778470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FPU</a:t>
            </a:r>
            <a:endParaRPr lang="en-CA" sz="1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Qupls2026: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SAU #0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592760" y="3241131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SAU #1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2445334" y="3243339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IMUL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3297908" y="323892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4150482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FMA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5855630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TRIG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CSRs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Counts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40184" y="4073810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Shift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3297908" y="3517218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5003056" y="3238469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FMA #1</a:t>
            </a:r>
            <a:endParaRPr lang="en-CA" sz="1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6708204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FCU</a:t>
            </a:r>
            <a:endParaRPr lang="en-CA" sz="1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7517332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AGEN #0</a:t>
            </a:r>
            <a:endParaRPr lang="en-CA" sz="1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8326460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AGEN #1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9135588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DRAM #0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9942478" y="3236713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DRAM #1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50290" y="2958159"/>
            <a:ext cx="11035473" cy="1435652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1970359"/>
            <a:ext cx="11035473" cy="4918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12:36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958539" y="24647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FF00"/>
                </a:solidFill>
              </a:rPr>
              <a:t>3</a:t>
            </a:r>
            <a:endParaRPr lang="en-CA" sz="1000" dirty="0">
              <a:solidFill>
                <a:srgbClr val="FFFF00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788270" y="247250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631074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3487425" y="24647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6033263" y="246224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6908725" y="246224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FF00"/>
                </a:solidFill>
              </a:rPr>
              <a:t>3</a:t>
            </a:r>
            <a:endParaRPr lang="en-CA" sz="1000" dirty="0">
              <a:solidFill>
                <a:srgbClr val="FFFF00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4322863" y="246224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5198216" y="246224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7688225" y="246224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FF00"/>
                </a:solidFill>
              </a:rPr>
              <a:t>2</a:t>
            </a:r>
            <a:endParaRPr lang="en-CA" sz="1000" dirty="0">
              <a:solidFill>
                <a:srgbClr val="FFFF00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8512959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9320529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FF00"/>
                </a:solidFill>
              </a:rPr>
              <a:t>1</a:t>
            </a:r>
            <a:endParaRPr lang="en-CA" sz="1000" dirty="0">
              <a:solidFill>
                <a:srgbClr val="FFFF00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10104017" y="246301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4970134" y="1079567"/>
            <a:ext cx="774345" cy="883189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12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4190302" y="794840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3DF42F-A06D-DCDF-7F17-0E6266147524}"/>
              </a:ext>
            </a:extLst>
          </p:cNvPr>
          <p:cNvSpPr txBox="1"/>
          <p:nvPr/>
        </p:nvSpPr>
        <p:spPr>
          <a:xfrm>
            <a:off x="1161563" y="2672066"/>
            <a:ext cx="4716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a,b,d</a:t>
            </a:r>
            <a:endParaRPr lang="en-CA" sz="1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00D8EE-6D86-FC07-EA21-3B2BE4A7E948}"/>
              </a:ext>
            </a:extLst>
          </p:cNvPr>
          <p:cNvSpPr txBox="1"/>
          <p:nvPr/>
        </p:nvSpPr>
        <p:spPr>
          <a:xfrm>
            <a:off x="2007382" y="2672065"/>
            <a:ext cx="4716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a,b,d</a:t>
            </a:r>
            <a:endParaRPr lang="en-CA" sz="10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3D540C-1B32-3351-CC8C-F7BFA22A1DE1}"/>
              </a:ext>
            </a:extLst>
          </p:cNvPr>
          <p:cNvSpPr txBox="1"/>
          <p:nvPr/>
        </p:nvSpPr>
        <p:spPr>
          <a:xfrm>
            <a:off x="2878008" y="2666120"/>
            <a:ext cx="4716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a,b,d</a:t>
            </a:r>
            <a:endParaRPr lang="en-CA" sz="10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FE1D91-ECA3-A6D3-32FE-F1EC7BAE8F3E}"/>
              </a:ext>
            </a:extLst>
          </p:cNvPr>
          <p:cNvSpPr txBox="1"/>
          <p:nvPr/>
        </p:nvSpPr>
        <p:spPr>
          <a:xfrm>
            <a:off x="3755795" y="2666120"/>
            <a:ext cx="4716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a,b,d</a:t>
            </a:r>
            <a:endParaRPr lang="en-CA" sz="1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160541E-7B15-45F9-FAEA-FF9A5FABD7D2}"/>
              </a:ext>
            </a:extLst>
          </p:cNvPr>
          <p:cNvSpPr txBox="1"/>
          <p:nvPr/>
        </p:nvSpPr>
        <p:spPr>
          <a:xfrm>
            <a:off x="4579075" y="2662254"/>
            <a:ext cx="5757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a,b,c,d</a:t>
            </a:r>
            <a:endParaRPr lang="en-CA" sz="1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685939-693A-D425-2639-3E3970A99F7B}"/>
              </a:ext>
            </a:extLst>
          </p:cNvPr>
          <p:cNvSpPr txBox="1"/>
          <p:nvPr/>
        </p:nvSpPr>
        <p:spPr>
          <a:xfrm>
            <a:off x="5449529" y="2662253"/>
            <a:ext cx="5757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a,b,c,d</a:t>
            </a:r>
            <a:endParaRPr lang="en-CA" sz="10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38DB82-1AA8-799F-103E-E0E1287C9763}"/>
              </a:ext>
            </a:extLst>
          </p:cNvPr>
          <p:cNvSpPr txBox="1"/>
          <p:nvPr/>
        </p:nvSpPr>
        <p:spPr>
          <a:xfrm>
            <a:off x="6258929" y="2659050"/>
            <a:ext cx="4716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a,b,d</a:t>
            </a:r>
            <a:endParaRPr lang="en-CA" sz="10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A122CF-076B-B8B1-F8F8-4D44D7DF7062}"/>
              </a:ext>
            </a:extLst>
          </p:cNvPr>
          <p:cNvSpPr txBox="1"/>
          <p:nvPr/>
        </p:nvSpPr>
        <p:spPr>
          <a:xfrm>
            <a:off x="7109743" y="2659050"/>
            <a:ext cx="4716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a,b,d</a:t>
            </a:r>
            <a:endParaRPr lang="en-CA" sz="10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15EF25-89B5-2260-ACC1-EAF1835AA25C}"/>
              </a:ext>
            </a:extLst>
          </p:cNvPr>
          <p:cNvSpPr txBox="1"/>
          <p:nvPr/>
        </p:nvSpPr>
        <p:spPr>
          <a:xfrm>
            <a:off x="7942212" y="2666120"/>
            <a:ext cx="3626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</a:t>
            </a:r>
            <a:endParaRPr lang="en-CA" sz="10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69B9FF-EB44-C279-CBA7-C583125B1D04}"/>
              </a:ext>
            </a:extLst>
          </p:cNvPr>
          <p:cNvSpPr txBox="1"/>
          <p:nvPr/>
        </p:nvSpPr>
        <p:spPr>
          <a:xfrm>
            <a:off x="8731494" y="2666120"/>
            <a:ext cx="3626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</a:t>
            </a:r>
            <a:endParaRPr lang="en-CA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7372E57-601E-85C8-6FA9-1A8C6C2D7977}"/>
              </a:ext>
            </a:extLst>
          </p:cNvPr>
          <p:cNvSpPr txBox="1"/>
          <p:nvPr/>
        </p:nvSpPr>
        <p:spPr>
          <a:xfrm>
            <a:off x="9542470" y="2659050"/>
            <a:ext cx="2519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</a:t>
            </a:r>
            <a:endParaRPr lang="en-CA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E91CDA-12B9-49E3-151D-6F2D75009B7D}"/>
              </a:ext>
            </a:extLst>
          </p:cNvPr>
          <p:cNvSpPr txBox="1"/>
          <p:nvPr/>
        </p:nvSpPr>
        <p:spPr>
          <a:xfrm>
            <a:off x="10345013" y="2666119"/>
            <a:ext cx="2519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</a:t>
            </a:r>
            <a:endParaRPr lang="en-CA" sz="1000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F18EFD7-00EC-569A-1C7C-99735328C1E0}"/>
              </a:ext>
            </a:extLst>
          </p:cNvPr>
          <p:cNvSpPr/>
          <p:nvPr/>
        </p:nvSpPr>
        <p:spPr>
          <a:xfrm>
            <a:off x="595518" y="1106917"/>
            <a:ext cx="221753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Fixed Channels Hi-</a:t>
            </a:r>
            <a:r>
              <a:rPr lang="en-US" sz="1100" dirty="0" err="1"/>
              <a:t>lited</a:t>
            </a:r>
            <a:r>
              <a:rPr lang="en-US" sz="1100" dirty="0"/>
              <a:t> in </a:t>
            </a:r>
            <a:r>
              <a:rPr lang="en-US" sz="1100" dirty="0">
                <a:solidFill>
                  <a:srgbClr val="FFFF00"/>
                </a:solidFill>
              </a:rPr>
              <a:t>yellow</a:t>
            </a:r>
          </a:p>
          <a:p>
            <a:pPr algn="ctr"/>
            <a:r>
              <a:rPr lang="en-US" sz="1100" dirty="0">
                <a:solidFill>
                  <a:srgbClr val="FFFF00"/>
                </a:solidFill>
              </a:rPr>
              <a:t>9 Fixed Channels, </a:t>
            </a:r>
            <a:r>
              <a:rPr lang="en-US" sz="1100" dirty="0">
                <a:solidFill>
                  <a:schemeClr val="bg1"/>
                </a:solidFill>
              </a:rPr>
              <a:t>26 rotating</a:t>
            </a:r>
            <a:endParaRPr lang="en-CA" sz="1100" dirty="0">
              <a:solidFill>
                <a:schemeClr val="bg1"/>
              </a:solidFill>
            </a:endParaRPr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95890" y="4287197"/>
            <a:ext cx="412386" cy="7056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746567" y="3459339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594950" y="3459339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3451301" y="3733217"/>
            <a:ext cx="412386" cy="12661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4299684" y="346727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5162092" y="3475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6023338" y="3953676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6884554" y="3459339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10067893" y="345650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9303439" y="3452713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080701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11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0345531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12:4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3927249" y="5317966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3953199" y="5991661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4579075" y="6301162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619335" y="5602611"/>
            <a:ext cx="10264727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278153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10969367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10946607" y="3459339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C7ADDBA-B4B9-FCE6-6B87-090131B12A24}"/>
              </a:ext>
            </a:extLst>
          </p:cNvPr>
          <p:cNvSpPr txBox="1"/>
          <p:nvPr/>
        </p:nvSpPr>
        <p:spPr>
          <a:xfrm>
            <a:off x="11175815" y="2680514"/>
            <a:ext cx="4716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a,b,d</a:t>
            </a:r>
            <a:endParaRPr lang="en-CA" sz="1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413732" y="3848308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1</a:t>
            </a:r>
            <a:endParaRPr lang="en-CA" sz="8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2028143" y="3838330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1</a:t>
            </a:r>
            <a:endParaRPr lang="en-CA" sz="8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868113" y="3826272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4</a:t>
            </a:r>
            <a:endParaRPr lang="en-CA" sz="8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3759672" y="3826272"/>
            <a:ext cx="4764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??</a:t>
            </a:r>
            <a:endParaRPr lang="en-CA" sz="8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4588152" y="3848308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8</a:t>
            </a:r>
            <a:endParaRPr lang="en-CA" sz="8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5436604" y="3848308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8</a:t>
            </a:r>
            <a:endParaRPr lang="en-CA" sz="8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6359845" y="4000674"/>
            <a:ext cx="4764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??</a:t>
            </a:r>
            <a:endParaRPr lang="en-CA" sz="8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7141752" y="3837225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1</a:t>
            </a:r>
            <a:endParaRPr lang="en-CA" sz="8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11210490" y="3853299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Lat: 3</a:t>
            </a:r>
            <a:endParaRPr lang="en-CA" sz="800" dirty="0"/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837</TotalTime>
  <Words>833</Words>
  <Application>Microsoft Office PowerPoint</Application>
  <PresentationFormat>Widescreen</PresentationFormat>
  <Paragraphs>244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Qupls2026: Instruction Fetch Stage (*_fet)</vt:lpstr>
      <vt:lpstr>Qupls2026: Instruction Extract Stage (*_mux)</vt:lpstr>
      <vt:lpstr>Qupls2026: Decode Stage (*_dec)</vt:lpstr>
      <vt:lpstr>Qupls2026: Decode Stage (more)</vt:lpstr>
      <vt:lpstr>Qupls2026: Rename Stage (*_ren)</vt:lpstr>
      <vt:lpstr>Qupls2026: Execute Stage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2</cp:revision>
  <dcterms:created xsi:type="dcterms:W3CDTF">2025-04-28T15:04:58Z</dcterms:created>
  <dcterms:modified xsi:type="dcterms:W3CDTF">2025-11-09T01:56:09Z</dcterms:modified>
</cp:coreProperties>
</file>