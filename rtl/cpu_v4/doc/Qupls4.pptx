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1" r:id="rId3"/>
    <p:sldId id="258" r:id="rId4"/>
    <p:sldId id="257" r:id="rId5"/>
    <p:sldId id="259" r:id="rId6"/>
    <p:sldId id="260" r:id="rId7"/>
    <p:sldId id="256" r:id="rId8"/>
    <p:sldId id="262" r:id="rId9"/>
    <p:sldId id="263" r:id="rId10"/>
    <p:sldId id="265" r:id="rId11"/>
    <p:sldId id="266" r:id="rId12"/>
    <p:sldId id="270" r:id="rId13"/>
    <p:sldId id="271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0FFA59-183F-4364-BD66-BC6B6EDC579B}" v="24" dt="2025-12-05T03:15:40.2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6" d="100"/>
          <a:sy n="96" d="100"/>
        </p:scale>
        <p:origin x="34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undo custSel addSld modSld">
      <pc:chgData name="Robert Finch" userId="360118edfabb5ba6" providerId="LiveId" clId="{940D50E2-FEDC-434C-83CF-A13052851249}" dt="2025-12-05T03:22:47.436" v="1447" actId="20577"/>
      <pc:docMkLst>
        <pc:docMk/>
      </pc:docMkLst>
      <pc:sldChg chg="modSp mod">
        <pc:chgData name="Robert Finch" userId="360118edfabb5ba6" providerId="LiveId" clId="{940D50E2-FEDC-434C-83CF-A13052851249}" dt="2025-12-01T12:31:30.059" v="22" actId="20577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2-01T12:31:30.059" v="22" actId="20577"/>
          <ac:spMkLst>
            <pc:docMk/>
            <pc:sldMk cId="3493996368" sldId="256"/>
            <ac:spMk id="2" creationId="{7730D39D-FAB4-71A0-50A9-AAFD49CFD457}"/>
          </ac:spMkLst>
        </pc:spChg>
      </pc:sldChg>
      <pc:sldChg chg="modSp mod">
        <pc:chgData name="Robert Finch" userId="360118edfabb5ba6" providerId="LiveId" clId="{940D50E2-FEDC-434C-83CF-A13052851249}" dt="2025-12-01T12:31:07.022" v="19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2-01T12:31:07.022" v="19" actId="20577"/>
          <ac:spMkLst>
            <pc:docMk/>
            <pc:sldMk cId="2594290601" sldId="257"/>
            <ac:spMk id="2" creationId="{922B9395-D48D-D2C9-3B68-4D26BC937E22}"/>
          </ac:spMkLst>
        </pc:spChg>
      </pc:sldChg>
      <pc:sldChg chg="modSp mod">
        <pc:chgData name="Robert Finch" userId="360118edfabb5ba6" providerId="LiveId" clId="{940D50E2-FEDC-434C-83CF-A13052851249}" dt="2025-12-01T12:31:00.542" v="14" actId="20577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2-01T12:31:00.542" v="14" actId="20577"/>
          <ac:spMkLst>
            <pc:docMk/>
            <pc:sldMk cId="2650679018" sldId="258"/>
            <ac:spMk id="2" creationId="{589C157B-1C51-0E6E-C43E-CBBA43BA6BE8}"/>
          </ac:spMkLst>
        </pc:spChg>
      </pc:sldChg>
      <pc:sldChg chg="modSp mod">
        <pc:chgData name="Robert Finch" userId="360118edfabb5ba6" providerId="LiveId" clId="{940D50E2-FEDC-434C-83CF-A13052851249}" dt="2025-12-01T12:31:14.706" v="20" actId="20577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2-01T12:31:14.706" v="20" actId="20577"/>
          <ac:spMkLst>
            <pc:docMk/>
            <pc:sldMk cId="2694914445" sldId="259"/>
            <ac:spMk id="2" creationId="{8C0E7671-DA3D-5C66-D0DC-22B672A22041}"/>
          </ac:spMkLst>
        </pc:spChg>
      </pc:sldChg>
      <pc:sldChg chg="modSp mod">
        <pc:chgData name="Robert Finch" userId="360118edfabb5ba6" providerId="LiveId" clId="{940D50E2-FEDC-434C-83CF-A13052851249}" dt="2025-12-01T12:31:24.640" v="21" actId="20577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2-01T12:31:24.640" v="21" actId="20577"/>
          <ac:spMkLst>
            <pc:docMk/>
            <pc:sldMk cId="522921597" sldId="260"/>
            <ac:spMk id="2" creationId="{F8A33C03-86BC-47B3-352E-CEAFA8E49E87}"/>
          </ac:spMkLst>
        </pc:spChg>
      </pc:sldChg>
      <pc:sldChg chg="modSp mod">
        <pc:chgData name="Robert Finch" userId="360118edfabb5ba6" providerId="LiveId" clId="{940D50E2-FEDC-434C-83CF-A13052851249}" dt="2025-12-01T12:30:54.846" v="9" actId="20577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2-01T12:30:54.846" v="9" actId="20577"/>
          <ac:spMkLst>
            <pc:docMk/>
            <pc:sldMk cId="3556507299" sldId="261"/>
            <ac:spMk id="2" creationId="{3EA856E3-2BBA-5D07-B63B-437151994B7F}"/>
          </ac:spMkLst>
        </pc:spChg>
      </pc:sldChg>
      <pc:sldChg chg="modSp mod">
        <pc:chgData name="Robert Finch" userId="360118edfabb5ba6" providerId="LiveId" clId="{940D50E2-FEDC-434C-83CF-A13052851249}" dt="2025-12-01T12:31:35.416" v="23" actId="20577"/>
        <pc:sldMkLst>
          <pc:docMk/>
          <pc:sldMk cId="1888516878" sldId="262"/>
        </pc:sldMkLst>
        <pc:spChg chg="mod">
          <ac:chgData name="Robert Finch" userId="360118edfabb5ba6" providerId="LiveId" clId="{940D50E2-FEDC-434C-83CF-A13052851249}" dt="2025-12-01T12:31:35.416" v="23" actId="20577"/>
          <ac:spMkLst>
            <pc:docMk/>
            <pc:sldMk cId="1888516878" sldId="262"/>
            <ac:spMk id="2" creationId="{CD976A82-092D-CF16-A768-4B843A414F2D}"/>
          </ac:spMkLst>
        </pc:spChg>
      </pc:sldChg>
      <pc:sldChg chg="modSp mod">
        <pc:chgData name="Robert Finch" userId="360118edfabb5ba6" providerId="LiveId" clId="{940D50E2-FEDC-434C-83CF-A13052851249}" dt="2025-12-01T12:30:48.215" v="4" actId="20577"/>
        <pc:sldMkLst>
          <pc:docMk/>
          <pc:sldMk cId="1543770821" sldId="264"/>
        </pc:sldMkLst>
        <pc:spChg chg="mod">
          <ac:chgData name="Robert Finch" userId="360118edfabb5ba6" providerId="LiveId" clId="{940D50E2-FEDC-434C-83CF-A13052851249}" dt="2025-12-01T12:30:48.215" v="4" actId="20577"/>
          <ac:spMkLst>
            <pc:docMk/>
            <pc:sldMk cId="1543770821" sldId="264"/>
            <ac:spMk id="2" creationId="{D6982963-00C0-AAD8-68F5-4679E999E639}"/>
          </ac:spMkLst>
        </pc:spChg>
      </pc:sldChg>
      <pc:sldChg chg="addSp delSp modSp new mod">
        <pc:chgData name="Robert Finch" userId="360118edfabb5ba6" providerId="LiveId" clId="{940D50E2-FEDC-434C-83CF-A13052851249}" dt="2025-12-04T09:03:59.136" v="599" actId="1076"/>
        <pc:sldMkLst>
          <pc:docMk/>
          <pc:sldMk cId="2700656055" sldId="267"/>
        </pc:sldMkLst>
        <pc:spChg chg="mod">
          <ac:chgData name="Robert Finch" userId="360118edfabb5ba6" providerId="LiveId" clId="{940D50E2-FEDC-434C-83CF-A13052851249}" dt="2025-12-04T09:03:31.095" v="598" actId="20577"/>
          <ac:spMkLst>
            <pc:docMk/>
            <pc:sldMk cId="2700656055" sldId="267"/>
            <ac:spMk id="2" creationId="{3050B25B-2706-8EB3-02AB-0A78B390E4B3}"/>
          </ac:spMkLst>
        </pc:spChg>
        <pc:spChg chg="del">
          <ac:chgData name="Robert Finch" userId="360118edfabb5ba6" providerId="LiveId" clId="{940D50E2-FEDC-434C-83CF-A13052851249}" dt="2025-12-04T08:49:26.314" v="64" actId="478"/>
          <ac:spMkLst>
            <pc:docMk/>
            <pc:sldMk cId="2700656055" sldId="267"/>
            <ac:spMk id="3" creationId="{0556690B-4863-7727-0044-3A22659DF417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4" creationId="{F986A818-5AB2-A7B3-9AD5-B50500991B27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5" creationId="{FD67CC3A-4FBC-0F72-3350-2386E8D8A3DB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6" creationId="{DC743D58-4896-F445-BD37-78B7612220A2}"/>
          </ac:spMkLst>
        </pc:spChg>
        <pc:spChg chg="add mod">
          <ac:chgData name="Robert Finch" userId="360118edfabb5ba6" providerId="LiveId" clId="{940D50E2-FEDC-434C-83CF-A13052851249}" dt="2025-12-04T08:55:10.465" v="305" actId="1076"/>
          <ac:spMkLst>
            <pc:docMk/>
            <pc:sldMk cId="2700656055" sldId="267"/>
            <ac:spMk id="7" creationId="{6F22FAFC-519B-CDE9-3A1A-0C2D12FEFDE7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8" creationId="{C50FC78B-1F47-1554-32F3-B4790B90773E}"/>
          </ac:spMkLst>
        </pc:spChg>
        <pc:spChg chg="add mod">
          <ac:chgData name="Robert Finch" userId="360118edfabb5ba6" providerId="LiveId" clId="{940D50E2-FEDC-434C-83CF-A13052851249}" dt="2025-12-04T08:55:26.409" v="309" actId="14100"/>
          <ac:spMkLst>
            <pc:docMk/>
            <pc:sldMk cId="2700656055" sldId="267"/>
            <ac:spMk id="9" creationId="{0C2F6C3F-EC1A-0305-A8BD-AFF525B3953A}"/>
          </ac:spMkLst>
        </pc:spChg>
        <pc:spChg chg="add mod">
          <ac:chgData name="Robert Finch" userId="360118edfabb5ba6" providerId="LiveId" clId="{940D50E2-FEDC-434C-83CF-A13052851249}" dt="2025-12-04T08:55:33.269" v="310" actId="1076"/>
          <ac:spMkLst>
            <pc:docMk/>
            <pc:sldMk cId="2700656055" sldId="267"/>
            <ac:spMk id="10" creationId="{4D37097F-8AFF-23C8-015D-7086C5FE92ED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1" creationId="{198D87D7-5214-4CCF-D911-C164BE726316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2" creationId="{6D35E58A-D186-7F4C-F385-BB8058D5006A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3" creationId="{12BB82C7-FF8B-4CC1-B399-7617E39E8291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4" creationId="{3480C16B-509C-8C47-4F5B-BD33BBEC341C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5" creationId="{526F122C-2B42-9A9B-F869-E7C10C736D74}"/>
          </ac:spMkLst>
        </pc:spChg>
        <pc:spChg chg="add mod">
          <ac:chgData name="Robert Finch" userId="360118edfabb5ba6" providerId="LiveId" clId="{940D50E2-FEDC-434C-83CF-A13052851249}" dt="2025-12-04T08:58:05.214" v="405" actId="1076"/>
          <ac:spMkLst>
            <pc:docMk/>
            <pc:sldMk cId="2700656055" sldId="267"/>
            <ac:spMk id="16" creationId="{2F909C33-040A-7EE5-16BB-8F7A9D2050AA}"/>
          </ac:spMkLst>
        </pc:spChg>
        <pc:spChg chg="add mod">
          <ac:chgData name="Robert Finch" userId="360118edfabb5ba6" providerId="LiveId" clId="{940D50E2-FEDC-434C-83CF-A13052851249}" dt="2025-12-04T08:58:57.067" v="409" actId="692"/>
          <ac:spMkLst>
            <pc:docMk/>
            <pc:sldMk cId="2700656055" sldId="267"/>
            <ac:spMk id="17" creationId="{4161D8EA-02BC-53C3-E9AA-F7B0A2CBBA15}"/>
          </ac:spMkLst>
        </pc:spChg>
        <pc:spChg chg="add mod">
          <ac:chgData name="Robert Finch" userId="360118edfabb5ba6" providerId="LiveId" clId="{940D50E2-FEDC-434C-83CF-A13052851249}" dt="2025-12-04T08:59:18.188" v="411" actId="1076"/>
          <ac:spMkLst>
            <pc:docMk/>
            <pc:sldMk cId="2700656055" sldId="267"/>
            <ac:spMk id="18" creationId="{92EC0335-84F6-6C7A-0E1D-12500B773CEA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9" creationId="{3684DD6F-A379-44E7-BC7B-D763C4617FE4}"/>
          </ac:spMkLst>
        </pc:spChg>
        <pc:spChg chg="add mod">
          <ac:chgData name="Robert Finch" userId="360118edfabb5ba6" providerId="LiveId" clId="{940D50E2-FEDC-434C-83CF-A13052851249}" dt="2025-12-04T09:03:17.178" v="580" actId="1076"/>
          <ac:spMkLst>
            <pc:docMk/>
            <pc:sldMk cId="2700656055" sldId="267"/>
            <ac:spMk id="53" creationId="{C19E7C1D-A9AD-16AA-A100-257115DA4B9E}"/>
          </ac:spMkLst>
        </pc:spChg>
        <pc:cxnChg chg="add">
          <ac:chgData name="Robert Finch" userId="360118edfabb5ba6" providerId="LiveId" clId="{940D50E2-FEDC-434C-83CF-A13052851249}" dt="2025-12-04T08:59:58.033" v="430" actId="11529"/>
          <ac:cxnSpMkLst>
            <pc:docMk/>
            <pc:sldMk cId="2700656055" sldId="267"/>
            <ac:cxnSpMk id="21" creationId="{6320FC7F-FFE0-5024-14C0-16F6373EAEBB}"/>
          </ac:cxnSpMkLst>
        </pc:cxnChg>
        <pc:cxnChg chg="add">
          <ac:chgData name="Robert Finch" userId="360118edfabb5ba6" providerId="LiveId" clId="{940D50E2-FEDC-434C-83CF-A13052851249}" dt="2025-12-04T09:00:05.094" v="431" actId="11529"/>
          <ac:cxnSpMkLst>
            <pc:docMk/>
            <pc:sldMk cId="2700656055" sldId="267"/>
            <ac:cxnSpMk id="23" creationId="{869BF54E-88AA-55C7-2ED9-B3A7524AFD41}"/>
          </ac:cxnSpMkLst>
        </pc:cxnChg>
        <pc:cxnChg chg="add">
          <ac:chgData name="Robert Finch" userId="360118edfabb5ba6" providerId="LiveId" clId="{940D50E2-FEDC-434C-83CF-A13052851249}" dt="2025-12-04T09:00:10.835" v="432" actId="11529"/>
          <ac:cxnSpMkLst>
            <pc:docMk/>
            <pc:sldMk cId="2700656055" sldId="267"/>
            <ac:cxnSpMk id="25" creationId="{AD786A4B-5358-39A6-A057-ECFE46A8CE54}"/>
          </ac:cxnSpMkLst>
        </pc:cxnChg>
        <pc:cxnChg chg="add">
          <ac:chgData name="Robert Finch" userId="360118edfabb5ba6" providerId="LiveId" clId="{940D50E2-FEDC-434C-83CF-A13052851249}" dt="2025-12-04T09:00:16.784" v="433" actId="11529"/>
          <ac:cxnSpMkLst>
            <pc:docMk/>
            <pc:sldMk cId="2700656055" sldId="267"/>
            <ac:cxnSpMk id="27" creationId="{10C91033-4BB2-E910-2101-054F7F2DB614}"/>
          </ac:cxnSpMkLst>
        </pc:cxnChg>
        <pc:cxnChg chg="add">
          <ac:chgData name="Robert Finch" userId="360118edfabb5ba6" providerId="LiveId" clId="{940D50E2-FEDC-434C-83CF-A13052851249}" dt="2025-12-04T09:00:24.094" v="434" actId="11529"/>
          <ac:cxnSpMkLst>
            <pc:docMk/>
            <pc:sldMk cId="2700656055" sldId="267"/>
            <ac:cxnSpMk id="29" creationId="{7B964511-601F-90A7-48C2-DC3D4E6EA607}"/>
          </ac:cxnSpMkLst>
        </pc:cxnChg>
        <pc:cxnChg chg="add">
          <ac:chgData name="Robert Finch" userId="360118edfabb5ba6" providerId="LiveId" clId="{940D50E2-FEDC-434C-83CF-A13052851249}" dt="2025-12-04T09:00:29.874" v="435" actId="11529"/>
          <ac:cxnSpMkLst>
            <pc:docMk/>
            <pc:sldMk cId="2700656055" sldId="267"/>
            <ac:cxnSpMk id="31" creationId="{7506FB71-2337-89CB-835B-EC15D2291E54}"/>
          </ac:cxnSpMkLst>
        </pc:cxnChg>
        <pc:cxnChg chg="add">
          <ac:chgData name="Robert Finch" userId="360118edfabb5ba6" providerId="LiveId" clId="{940D50E2-FEDC-434C-83CF-A13052851249}" dt="2025-12-04T09:00:36.088" v="436" actId="11529"/>
          <ac:cxnSpMkLst>
            <pc:docMk/>
            <pc:sldMk cId="2700656055" sldId="267"/>
            <ac:cxnSpMk id="33" creationId="{1FABF2A9-5106-1EC2-FC6A-669CA5802D3D}"/>
          </ac:cxnSpMkLst>
        </pc:cxnChg>
        <pc:cxnChg chg="add">
          <ac:chgData name="Robert Finch" userId="360118edfabb5ba6" providerId="LiveId" clId="{940D50E2-FEDC-434C-83CF-A13052851249}" dt="2025-12-04T09:00:42.037" v="437" actId="11529"/>
          <ac:cxnSpMkLst>
            <pc:docMk/>
            <pc:sldMk cId="2700656055" sldId="267"/>
            <ac:cxnSpMk id="35" creationId="{8BAAD784-FE55-0FB6-3124-959CF9453124}"/>
          </ac:cxnSpMkLst>
        </pc:cxnChg>
        <pc:cxnChg chg="add mod">
          <ac:chgData name="Robert Finch" userId="360118edfabb5ba6" providerId="LiveId" clId="{940D50E2-FEDC-434C-83CF-A13052851249}" dt="2025-12-04T09:00:51.816" v="439" actId="14100"/>
          <ac:cxnSpMkLst>
            <pc:docMk/>
            <pc:sldMk cId="2700656055" sldId="267"/>
            <ac:cxnSpMk id="37" creationId="{E447E4B4-30D8-9E72-06DA-F9F6E108A9EB}"/>
          </ac:cxnSpMkLst>
        </pc:cxnChg>
        <pc:cxnChg chg="add">
          <ac:chgData name="Robert Finch" userId="360118edfabb5ba6" providerId="LiveId" clId="{940D50E2-FEDC-434C-83CF-A13052851249}" dt="2025-12-04T09:00:58.037" v="440" actId="11529"/>
          <ac:cxnSpMkLst>
            <pc:docMk/>
            <pc:sldMk cId="2700656055" sldId="267"/>
            <ac:cxnSpMk id="40" creationId="{4369600B-BABA-FE32-1D1E-1B7FD4A12A14}"/>
          </ac:cxnSpMkLst>
        </pc:cxnChg>
        <pc:cxnChg chg="add">
          <ac:chgData name="Robert Finch" userId="360118edfabb5ba6" providerId="LiveId" clId="{940D50E2-FEDC-434C-83CF-A13052851249}" dt="2025-12-04T09:01:06.913" v="441" actId="11529"/>
          <ac:cxnSpMkLst>
            <pc:docMk/>
            <pc:sldMk cId="2700656055" sldId="267"/>
            <ac:cxnSpMk id="42" creationId="{38DAB157-687B-FA64-ABF1-DECCC302E095}"/>
          </ac:cxnSpMkLst>
        </pc:cxnChg>
        <pc:cxnChg chg="add">
          <ac:chgData name="Robert Finch" userId="360118edfabb5ba6" providerId="LiveId" clId="{940D50E2-FEDC-434C-83CF-A13052851249}" dt="2025-12-04T09:01:13.046" v="442" actId="11529"/>
          <ac:cxnSpMkLst>
            <pc:docMk/>
            <pc:sldMk cId="2700656055" sldId="267"/>
            <ac:cxnSpMk id="44" creationId="{F596A18D-32F1-55FE-B292-C63A7CDDAAFF}"/>
          </ac:cxnSpMkLst>
        </pc:cxnChg>
        <pc:cxnChg chg="add">
          <ac:chgData name="Robert Finch" userId="360118edfabb5ba6" providerId="LiveId" clId="{940D50E2-FEDC-434C-83CF-A13052851249}" dt="2025-12-04T09:01:19.211" v="443" actId="11529"/>
          <ac:cxnSpMkLst>
            <pc:docMk/>
            <pc:sldMk cId="2700656055" sldId="267"/>
            <ac:cxnSpMk id="46" creationId="{2C833420-1047-3D23-BE0A-48A352A431B1}"/>
          </ac:cxnSpMkLst>
        </pc:cxnChg>
        <pc:cxnChg chg="add">
          <ac:chgData name="Robert Finch" userId="360118edfabb5ba6" providerId="LiveId" clId="{940D50E2-FEDC-434C-83CF-A13052851249}" dt="2025-12-04T09:01:27.935" v="444" actId="11529"/>
          <ac:cxnSpMkLst>
            <pc:docMk/>
            <pc:sldMk cId="2700656055" sldId="267"/>
            <ac:cxnSpMk id="48" creationId="{D4BC2AE6-1A92-0F7F-1056-54E42B947BFF}"/>
          </ac:cxnSpMkLst>
        </pc:cxnChg>
        <pc:cxnChg chg="add mod">
          <ac:chgData name="Robert Finch" userId="360118edfabb5ba6" providerId="LiveId" clId="{940D50E2-FEDC-434C-83CF-A13052851249}" dt="2025-12-04T09:01:43.189" v="446" actId="692"/>
          <ac:cxnSpMkLst>
            <pc:docMk/>
            <pc:sldMk cId="2700656055" sldId="267"/>
            <ac:cxnSpMk id="50" creationId="{E3FE8526-AF2E-5DA2-36AF-D77B3DB40004}"/>
          </ac:cxnSpMkLst>
        </pc:cxnChg>
        <pc:cxnChg chg="add mod">
          <ac:chgData name="Robert Finch" userId="360118edfabb5ba6" providerId="LiveId" clId="{940D50E2-FEDC-434C-83CF-A13052851249}" dt="2025-12-04T09:01:54.438" v="448" actId="692"/>
          <ac:cxnSpMkLst>
            <pc:docMk/>
            <pc:sldMk cId="2700656055" sldId="267"/>
            <ac:cxnSpMk id="52" creationId="{14FBF3B3-3CB4-E90E-723D-28BCCFAF5D51}"/>
          </ac:cxnSpMkLst>
        </pc:cxnChg>
      </pc:sldChg>
      <pc:sldChg chg="modSp add mod">
        <pc:chgData name="Robert Finch" userId="360118edfabb5ba6" providerId="LiveId" clId="{940D50E2-FEDC-434C-83CF-A13052851249}" dt="2025-12-04T08:22:15.045" v="32" actId="1076"/>
        <pc:sldMkLst>
          <pc:docMk/>
          <pc:sldMk cId="3761679462" sldId="268"/>
        </pc:sldMkLst>
        <pc:spChg chg="mod">
          <ac:chgData name="Robert Finch" userId="360118edfabb5ba6" providerId="LiveId" clId="{940D50E2-FEDC-434C-83CF-A13052851249}" dt="2025-12-04T08:21:49.321" v="31" actId="20577"/>
          <ac:spMkLst>
            <pc:docMk/>
            <pc:sldMk cId="3761679462" sldId="268"/>
            <ac:spMk id="2" creationId="{DE61D225-C030-A88E-9267-DF070E4D0FE1}"/>
          </ac:spMkLst>
        </pc:spChg>
        <pc:spChg chg="mod">
          <ac:chgData name="Robert Finch" userId="360118edfabb5ba6" providerId="LiveId" clId="{940D50E2-FEDC-434C-83CF-A13052851249}" dt="2025-12-04T08:22:15.045" v="32" actId="1076"/>
          <ac:spMkLst>
            <pc:docMk/>
            <pc:sldMk cId="3761679462" sldId="268"/>
            <ac:spMk id="26" creationId="{9A0E7198-4FB0-5949-B7AA-D94862E804D7}"/>
          </ac:spMkLst>
        </pc:spChg>
      </pc:sldChg>
      <pc:sldChg chg="addSp delSp modSp new mod">
        <pc:chgData name="Robert Finch" userId="360118edfabb5ba6" providerId="LiveId" clId="{940D50E2-FEDC-434C-83CF-A13052851249}" dt="2025-12-04T09:21:16.062" v="1078" actId="20577"/>
        <pc:sldMkLst>
          <pc:docMk/>
          <pc:sldMk cId="3910026719" sldId="269"/>
        </pc:sldMkLst>
        <pc:spChg chg="mod">
          <ac:chgData name="Robert Finch" userId="360118edfabb5ba6" providerId="LiveId" clId="{940D50E2-FEDC-434C-83CF-A13052851249}" dt="2025-12-04T09:14:30.557" v="623" actId="1076"/>
          <ac:spMkLst>
            <pc:docMk/>
            <pc:sldMk cId="3910026719" sldId="269"/>
            <ac:spMk id="2" creationId="{2F4E9D32-C6B7-28EF-74CE-15F8FFD098ED}"/>
          </ac:spMkLst>
        </pc:spChg>
        <pc:spChg chg="del">
          <ac:chgData name="Robert Finch" userId="360118edfabb5ba6" providerId="LiveId" clId="{940D50E2-FEDC-434C-83CF-A13052851249}" dt="2025-12-04T09:14:38.359" v="624" actId="478"/>
          <ac:spMkLst>
            <pc:docMk/>
            <pc:sldMk cId="3910026719" sldId="269"/>
            <ac:spMk id="3" creationId="{7C139721-CE9C-011C-3D58-2B4CB54C4EDB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4" creationId="{6864A1F2-123A-850B-3B21-47F855914C43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5" creationId="{6765A915-9A5A-648D-F360-1AAD721CF2F6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6" creationId="{C07255AE-BDB9-A748-7F0C-E97A1FBF0CC1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7" creationId="{0DC0C240-5C0C-52AF-16E3-D08EEB75E984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8" creationId="{BC9B011A-9BAC-FBE7-225E-1EB1F7CC3BE4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9" creationId="{7E9615B4-C22D-1B51-18D2-958F358AECED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10" creationId="{CA7F77DC-970B-D4D0-63B8-995288D337E6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11" creationId="{9D740036-9D2E-E467-DCF1-251ECC6234C0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12" creationId="{E5BCD9F3-A52B-993E-6537-E8F022C67E8D}"/>
          </ac:spMkLst>
        </pc:spChg>
        <pc:spChg chg="add del">
          <ac:chgData name="Robert Finch" userId="360118edfabb5ba6" providerId="LiveId" clId="{940D50E2-FEDC-434C-83CF-A13052851249}" dt="2025-12-04T09:16:56.847" v="665" actId="478"/>
          <ac:spMkLst>
            <pc:docMk/>
            <pc:sldMk cId="3910026719" sldId="269"/>
            <ac:spMk id="13" creationId="{35DE88DD-7629-7168-092C-5FBBEFC78965}"/>
          </ac:spMkLst>
        </pc:spChg>
        <pc:spChg chg="add mod">
          <ac:chgData name="Robert Finch" userId="360118edfabb5ba6" providerId="LiveId" clId="{940D50E2-FEDC-434C-83CF-A13052851249}" dt="2025-12-04T09:21:16.062" v="1078" actId="20577"/>
          <ac:spMkLst>
            <pc:docMk/>
            <pc:sldMk cId="3910026719" sldId="269"/>
            <ac:spMk id="14" creationId="{F6BA38B3-80F3-800E-D567-273A93B623F0}"/>
          </ac:spMkLst>
        </pc:spChg>
        <pc:spChg chg="add del mod">
          <ac:chgData name="Robert Finch" userId="360118edfabb5ba6" providerId="LiveId" clId="{940D50E2-FEDC-434C-83CF-A13052851249}" dt="2025-12-04T09:19:07.590" v="869" actId="478"/>
          <ac:spMkLst>
            <pc:docMk/>
            <pc:sldMk cId="3910026719" sldId="269"/>
            <ac:spMk id="15" creationId="{A8C8FE4E-89B9-C634-B5DB-9AE02160B0E7}"/>
          </ac:spMkLst>
        </pc:spChg>
      </pc:sldChg>
      <pc:sldChg chg="new">
        <pc:chgData name="Robert Finch" userId="360118edfabb5ba6" providerId="LiveId" clId="{940D50E2-FEDC-434C-83CF-A13052851249}" dt="2025-12-05T03:14:05.154" v="1079" actId="680"/>
        <pc:sldMkLst>
          <pc:docMk/>
          <pc:sldMk cId="1398562534" sldId="270"/>
        </pc:sldMkLst>
      </pc:sldChg>
      <pc:sldChg chg="addSp delSp modSp add mod">
        <pc:chgData name="Robert Finch" userId="360118edfabb5ba6" providerId="LiveId" clId="{940D50E2-FEDC-434C-83CF-A13052851249}" dt="2025-12-05T03:22:47.436" v="1447" actId="20577"/>
        <pc:sldMkLst>
          <pc:docMk/>
          <pc:sldMk cId="2956419810" sldId="271"/>
        </pc:sldMkLst>
        <pc:spChg chg="mod">
          <ac:chgData name="Robert Finch" userId="360118edfabb5ba6" providerId="LiveId" clId="{940D50E2-FEDC-434C-83CF-A13052851249}" dt="2025-12-05T03:20:37.557" v="1346" actId="20577"/>
          <ac:spMkLst>
            <pc:docMk/>
            <pc:sldMk cId="2956419810" sldId="271"/>
            <ac:spMk id="2" creationId="{1FEBCF89-08A8-3AAE-CB01-238E1336727C}"/>
          </ac:spMkLst>
        </pc:spChg>
        <pc:spChg chg="add mod">
          <ac:chgData name="Robert Finch" userId="360118edfabb5ba6" providerId="LiveId" clId="{940D50E2-FEDC-434C-83CF-A13052851249}" dt="2025-12-05T03:18:02.256" v="1137" actId="207"/>
          <ac:spMkLst>
            <pc:docMk/>
            <pc:sldMk cId="2956419810" sldId="271"/>
            <ac:spMk id="3" creationId="{84FA4C26-312E-A201-8C2F-3C065E9CD738}"/>
          </ac:spMkLst>
        </pc:spChg>
        <pc:spChg chg="mod">
          <ac:chgData name="Robert Finch" userId="360118edfabb5ba6" providerId="LiveId" clId="{940D50E2-FEDC-434C-83CF-A13052851249}" dt="2025-12-05T03:20:33.212" v="1345" actId="20577"/>
          <ac:spMkLst>
            <pc:docMk/>
            <pc:sldMk cId="2956419810" sldId="271"/>
            <ac:spMk id="9" creationId="{41128E77-C497-51E6-43FD-482AE981538B}"/>
          </ac:spMkLst>
        </pc:spChg>
        <pc:spChg chg="mod">
          <ac:chgData name="Robert Finch" userId="360118edfabb5ba6" providerId="LiveId" clId="{940D50E2-FEDC-434C-83CF-A13052851249}" dt="2025-12-05T03:15:36.807" v="1118" actId="14100"/>
          <ac:spMkLst>
            <pc:docMk/>
            <pc:sldMk cId="2956419810" sldId="271"/>
            <ac:spMk id="14" creationId="{180F3F3E-BA19-CDC7-DE54-3FA6B3210029}"/>
          </ac:spMkLst>
        </pc:spChg>
        <pc:spChg chg="del">
          <ac:chgData name="Robert Finch" userId="360118edfabb5ba6" providerId="LiveId" clId="{940D50E2-FEDC-434C-83CF-A13052851249}" dt="2025-12-05T03:15:10.603" v="1116" actId="478"/>
          <ac:spMkLst>
            <pc:docMk/>
            <pc:sldMk cId="2956419810" sldId="271"/>
            <ac:spMk id="15" creationId="{044B8779-1D06-ED99-BAA5-4FB7F49A83EF}"/>
          </ac:spMkLst>
        </pc:spChg>
        <pc:spChg chg="del">
          <ac:chgData name="Robert Finch" userId="360118edfabb5ba6" providerId="LiveId" clId="{940D50E2-FEDC-434C-83CF-A13052851249}" dt="2025-12-05T03:15:00.460" v="1115" actId="478"/>
          <ac:spMkLst>
            <pc:docMk/>
            <pc:sldMk cId="2956419810" sldId="271"/>
            <ac:spMk id="16" creationId="{67F911F5-ABC6-1FB6-4638-1E7D990961D3}"/>
          </ac:spMkLst>
        </pc:spChg>
        <pc:spChg chg="mod">
          <ac:chgData name="Robert Finch" userId="360118edfabb5ba6" providerId="LiveId" clId="{940D50E2-FEDC-434C-83CF-A13052851249}" dt="2025-12-05T03:22:47.436" v="1447" actId="20577"/>
          <ac:spMkLst>
            <pc:docMk/>
            <pc:sldMk cId="2956419810" sldId="271"/>
            <ac:spMk id="17" creationId="{DB14755E-9888-33A1-438C-CE7B3D06E39F}"/>
          </ac:spMkLst>
        </pc:spChg>
        <pc:spChg chg="mod">
          <ac:chgData name="Robert Finch" userId="360118edfabb5ba6" providerId="LiveId" clId="{940D50E2-FEDC-434C-83CF-A13052851249}" dt="2025-12-05T03:16:41.552" v="1131" actId="1076"/>
          <ac:spMkLst>
            <pc:docMk/>
            <pc:sldMk cId="2956419810" sldId="271"/>
            <ac:spMk id="18" creationId="{34CE2569-DE6F-04FD-EF3D-99E093147B27}"/>
          </ac:spMkLst>
        </pc:spChg>
        <pc:spChg chg="add mod">
          <ac:chgData name="Robert Finch" userId="360118edfabb5ba6" providerId="LiveId" clId="{940D50E2-FEDC-434C-83CF-A13052851249}" dt="2025-12-05T03:18:21.974" v="1140" actId="207"/>
          <ac:spMkLst>
            <pc:docMk/>
            <pc:sldMk cId="2956419810" sldId="271"/>
            <ac:spMk id="19" creationId="{99C908E3-2CAE-3474-6937-AD1F82130F21}"/>
          </ac:spMkLst>
        </pc:spChg>
        <pc:cxnChg chg="add mod">
          <ac:chgData name="Robert Finch" userId="360118edfabb5ba6" providerId="LiveId" clId="{940D50E2-FEDC-434C-83CF-A13052851249}" dt="2025-12-05T03:18:31.362" v="1141" actId="692"/>
          <ac:cxnSpMkLst>
            <pc:docMk/>
            <pc:sldMk cId="2956419810" sldId="271"/>
            <ac:cxnSpMk id="21" creationId="{2AAF7A7E-EEE1-F99C-877D-DEC08D420249}"/>
          </ac:cxnSpMkLst>
        </pc:cxnChg>
        <pc:cxnChg chg="add mod">
          <ac:chgData name="Robert Finch" userId="360118edfabb5ba6" providerId="LiveId" clId="{940D50E2-FEDC-434C-83CF-A13052851249}" dt="2025-12-05T03:18:37.192" v="1142" actId="692"/>
          <ac:cxnSpMkLst>
            <pc:docMk/>
            <pc:sldMk cId="2956419810" sldId="271"/>
            <ac:cxnSpMk id="23" creationId="{6916D473-CC0D-9264-2EE2-E01C4972221E}"/>
          </ac:cxnSpMkLst>
        </pc:cxnChg>
        <pc:cxnChg chg="add mod">
          <ac:chgData name="Robert Finch" userId="360118edfabb5ba6" providerId="LiveId" clId="{940D50E2-FEDC-434C-83CF-A13052851249}" dt="2025-12-05T03:18:43.693" v="1143" actId="692"/>
          <ac:cxnSpMkLst>
            <pc:docMk/>
            <pc:sldMk cId="2956419810" sldId="271"/>
            <ac:cxnSpMk id="26" creationId="{D71895B9-E428-78D9-A076-2131528E6A9C}"/>
          </ac:cxnSpMkLst>
        </pc:cxnChg>
        <pc:cxnChg chg="add mod">
          <ac:chgData name="Robert Finch" userId="360118edfabb5ba6" providerId="LiveId" clId="{940D50E2-FEDC-434C-83CF-A13052851249}" dt="2025-12-05T03:18:50.122" v="1144" actId="692"/>
          <ac:cxnSpMkLst>
            <pc:docMk/>
            <pc:sldMk cId="2956419810" sldId="271"/>
            <ac:cxnSpMk id="28" creationId="{FE7A16D2-A948-2291-580C-D52E69F0244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82963-00C0-AAD8-68F5-4679E999E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55908"/>
            <a:ext cx="10515600" cy="1325563"/>
          </a:xfrm>
        </p:spPr>
        <p:txBody>
          <a:bodyPr/>
          <a:lstStyle/>
          <a:p>
            <a:r>
              <a:rPr lang="en-US" dirty="0"/>
              <a:t>Qupls4: Instruction Cache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2E5F10-A7C0-A263-A047-66E489FE7DDA}"/>
              </a:ext>
            </a:extLst>
          </p:cNvPr>
          <p:cNvSpPr/>
          <p:nvPr/>
        </p:nvSpPr>
        <p:spPr>
          <a:xfrm>
            <a:off x="759792" y="1470991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System Bus 256b</a:t>
            </a:r>
            <a:endParaRPr lang="en-CA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578CE3-6B8B-20C0-257D-A66790DB7941}"/>
              </a:ext>
            </a:extLst>
          </p:cNvPr>
          <p:cNvSpPr/>
          <p:nvPr/>
        </p:nvSpPr>
        <p:spPr>
          <a:xfrm>
            <a:off x="759792" y="2033656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Controller</a:t>
            </a:r>
            <a:endParaRPr lang="en-CA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D6E3B-8090-4A3D-815D-9D88465D9481}"/>
              </a:ext>
            </a:extLst>
          </p:cNvPr>
          <p:cNvSpPr/>
          <p:nvPr/>
        </p:nvSpPr>
        <p:spPr>
          <a:xfrm>
            <a:off x="728870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Even Lines</a:t>
            </a:r>
            <a:endParaRPr lang="en-CA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201E30-0885-302D-86D7-8824617A0833}"/>
              </a:ext>
            </a:extLst>
          </p:cNvPr>
          <p:cNvSpPr/>
          <p:nvPr/>
        </p:nvSpPr>
        <p:spPr>
          <a:xfrm>
            <a:off x="2098261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Odd Lines</a:t>
            </a:r>
            <a:endParaRPr lang="en-CA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C35208-28A4-7E56-5CDF-9AE07A6248EA}"/>
              </a:ext>
            </a:extLst>
          </p:cNvPr>
          <p:cNvSpPr/>
          <p:nvPr/>
        </p:nvSpPr>
        <p:spPr>
          <a:xfrm>
            <a:off x="759792" y="3781289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Even / Odd swapper</a:t>
            </a:r>
            <a:endParaRPr lang="en-CA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ABE107-A0E4-E1FE-1BE7-69EA42EF53A8}"/>
              </a:ext>
            </a:extLst>
          </p:cNvPr>
          <p:cNvSpPr/>
          <p:nvPr/>
        </p:nvSpPr>
        <p:spPr>
          <a:xfrm>
            <a:off x="759791" y="4324627"/>
            <a:ext cx="2596321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Aligner</a:t>
            </a:r>
            <a:endParaRPr lang="en-CA" sz="1200" dirty="0"/>
          </a:p>
        </p:txBody>
      </p:sp>
      <p:sp>
        <p:nvSpPr>
          <p:cNvPr id="11" name="Flowchart: Manual Operation 10">
            <a:extLst>
              <a:ext uri="{FF2B5EF4-FFF2-40B4-BE49-F238E27FC236}">
                <a16:creationId xmlns:a16="http://schemas.microsoft.com/office/drawing/2014/main" id="{E1824252-B42A-D8CE-3390-C8411AF96A52}"/>
              </a:ext>
            </a:extLst>
          </p:cNvPr>
          <p:cNvSpPr/>
          <p:nvPr/>
        </p:nvSpPr>
        <p:spPr>
          <a:xfrm>
            <a:off x="728870" y="4962943"/>
            <a:ext cx="3887303" cy="43953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 x 2 to 1 Mux</a:t>
            </a:r>
            <a:endParaRPr lang="en-CA" sz="12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8B46854F-020F-201E-1733-159EAA84BB5C}"/>
              </a:ext>
            </a:extLst>
          </p:cNvPr>
          <p:cNvSpPr/>
          <p:nvPr/>
        </p:nvSpPr>
        <p:spPr>
          <a:xfrm>
            <a:off x="1547192" y="5402471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8298BAF8-8BC5-2924-9560-5E665A016843}"/>
              </a:ext>
            </a:extLst>
          </p:cNvPr>
          <p:cNvSpPr/>
          <p:nvPr/>
        </p:nvSpPr>
        <p:spPr>
          <a:xfrm>
            <a:off x="2166731" y="5402473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BDECF224-4572-C767-9F3D-D958B7774C04}"/>
              </a:ext>
            </a:extLst>
          </p:cNvPr>
          <p:cNvSpPr/>
          <p:nvPr/>
        </p:nvSpPr>
        <p:spPr>
          <a:xfrm>
            <a:off x="2749828" y="5402470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47805EE-C26E-BCCE-E30F-F74D3372F287}"/>
              </a:ext>
            </a:extLst>
          </p:cNvPr>
          <p:cNvSpPr/>
          <p:nvPr/>
        </p:nvSpPr>
        <p:spPr>
          <a:xfrm>
            <a:off x="3356113" y="5402472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F3969F3E-F2A9-3635-92CD-6F7026D2AE23}"/>
              </a:ext>
            </a:extLst>
          </p:cNvPr>
          <p:cNvSpPr/>
          <p:nvPr/>
        </p:nvSpPr>
        <p:spPr>
          <a:xfrm>
            <a:off x="3703983" y="4446108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DEFA6660-B22B-C0B7-8BCE-9F939CF36D11}"/>
              </a:ext>
            </a:extLst>
          </p:cNvPr>
          <p:cNvSpPr/>
          <p:nvPr/>
        </p:nvSpPr>
        <p:spPr>
          <a:xfrm>
            <a:off x="2736575" y="4647098"/>
            <a:ext cx="161236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FC0EA224-BADA-3F76-0E60-B9A94DF8A0BE}"/>
              </a:ext>
            </a:extLst>
          </p:cNvPr>
          <p:cNvSpPr/>
          <p:nvPr/>
        </p:nvSpPr>
        <p:spPr>
          <a:xfrm>
            <a:off x="2133976" y="4650919"/>
            <a:ext cx="152403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3FAE38FE-63A8-85E4-4FD8-ABDC93AC1233}"/>
              </a:ext>
            </a:extLst>
          </p:cNvPr>
          <p:cNvSpPr/>
          <p:nvPr/>
        </p:nvSpPr>
        <p:spPr>
          <a:xfrm>
            <a:off x="1460193" y="4650919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633F2976-AF38-EE71-9BE4-FA03CFCE8A19}"/>
              </a:ext>
            </a:extLst>
          </p:cNvPr>
          <p:cNvSpPr/>
          <p:nvPr/>
        </p:nvSpPr>
        <p:spPr>
          <a:xfrm>
            <a:off x="876856" y="4643785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126BD0-7566-613E-9CD2-19B9817A7171}"/>
              </a:ext>
            </a:extLst>
          </p:cNvPr>
          <p:cNvSpPr txBox="1"/>
          <p:nvPr/>
        </p:nvSpPr>
        <p:spPr>
          <a:xfrm>
            <a:off x="2793515" y="463545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F7CD4A-19BD-474E-DD0F-81D0DC10E09A}"/>
              </a:ext>
            </a:extLst>
          </p:cNvPr>
          <p:cNvSpPr txBox="1"/>
          <p:nvPr/>
        </p:nvSpPr>
        <p:spPr>
          <a:xfrm>
            <a:off x="2229083" y="464378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176F4-7CFD-25C2-CBE8-49544435B4BB}"/>
              </a:ext>
            </a:extLst>
          </p:cNvPr>
          <p:cNvSpPr txBox="1"/>
          <p:nvPr/>
        </p:nvSpPr>
        <p:spPr>
          <a:xfrm>
            <a:off x="1538976" y="464599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6E0414-3C4F-FDD1-D413-85A308CC1EDF}"/>
              </a:ext>
            </a:extLst>
          </p:cNvPr>
          <p:cNvSpPr txBox="1"/>
          <p:nvPr/>
        </p:nvSpPr>
        <p:spPr>
          <a:xfrm>
            <a:off x="992568" y="467797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79AF1F-E508-847A-8E53-E8D004D613D6}"/>
              </a:ext>
            </a:extLst>
          </p:cNvPr>
          <p:cNvSpPr txBox="1"/>
          <p:nvPr/>
        </p:nvSpPr>
        <p:spPr>
          <a:xfrm>
            <a:off x="3273904" y="591930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AF9D45-C8A4-617C-1516-C5DCE9D56455}"/>
              </a:ext>
            </a:extLst>
          </p:cNvPr>
          <p:cNvSpPr txBox="1"/>
          <p:nvPr/>
        </p:nvSpPr>
        <p:spPr>
          <a:xfrm>
            <a:off x="2672521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A1CBDA-805F-C833-4058-C2FF031D62F0}"/>
              </a:ext>
            </a:extLst>
          </p:cNvPr>
          <p:cNvSpPr txBox="1"/>
          <p:nvPr/>
        </p:nvSpPr>
        <p:spPr>
          <a:xfrm>
            <a:off x="2098261" y="5931464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35006B-0714-C388-4BCC-35D0BF224C35}"/>
              </a:ext>
            </a:extLst>
          </p:cNvPr>
          <p:cNvSpPr txBox="1"/>
          <p:nvPr/>
        </p:nvSpPr>
        <p:spPr>
          <a:xfrm>
            <a:off x="1449150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245611-DA46-BF40-A2C9-6057E8AB4755}"/>
              </a:ext>
            </a:extLst>
          </p:cNvPr>
          <p:cNvSpPr txBox="1"/>
          <p:nvPr/>
        </p:nvSpPr>
        <p:spPr>
          <a:xfrm>
            <a:off x="3384529" y="4254961"/>
            <a:ext cx="7793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Branch NOPs</a:t>
            </a:r>
            <a:endParaRPr lang="en-CA" sz="8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ED9F302A-DC2A-4C15-2BDB-EDC66F5A9B47}"/>
              </a:ext>
            </a:extLst>
          </p:cNvPr>
          <p:cNvSpPr/>
          <p:nvPr/>
        </p:nvSpPr>
        <p:spPr>
          <a:xfrm>
            <a:off x="1806713" y="4108781"/>
            <a:ext cx="295965" cy="2213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77AC4825-8AB1-7854-A2DC-F1530588ADD8}"/>
              </a:ext>
            </a:extLst>
          </p:cNvPr>
          <p:cNvSpPr/>
          <p:nvPr/>
        </p:nvSpPr>
        <p:spPr>
          <a:xfrm>
            <a:off x="2473254" y="3528401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87234FDE-51A4-57B3-C94E-D4E7F60EFBBA}"/>
              </a:ext>
            </a:extLst>
          </p:cNvPr>
          <p:cNvSpPr/>
          <p:nvPr/>
        </p:nvSpPr>
        <p:spPr>
          <a:xfrm>
            <a:off x="1104106" y="352122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7009F660-1C2E-0D79-E125-EED8998EDDA9}"/>
              </a:ext>
            </a:extLst>
          </p:cNvPr>
          <p:cNvSpPr/>
          <p:nvPr/>
        </p:nvSpPr>
        <p:spPr>
          <a:xfrm>
            <a:off x="2461484" y="2356139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B3EAD1D4-141E-C8D8-792E-5CA6F278BBE0}"/>
              </a:ext>
            </a:extLst>
          </p:cNvPr>
          <p:cNvSpPr/>
          <p:nvPr/>
        </p:nvSpPr>
        <p:spPr>
          <a:xfrm>
            <a:off x="1104105" y="235557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1F8C6AF0-E5CC-563E-4354-8E2E4A1D46B1}"/>
              </a:ext>
            </a:extLst>
          </p:cNvPr>
          <p:cNvSpPr/>
          <p:nvPr/>
        </p:nvSpPr>
        <p:spPr>
          <a:xfrm>
            <a:off x="1806712" y="1784068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C9CE91-57CE-A15A-73FE-C2F026BA3F37}"/>
              </a:ext>
            </a:extLst>
          </p:cNvPr>
          <p:cNvSpPr txBox="1"/>
          <p:nvPr/>
        </p:nvSpPr>
        <p:spPr>
          <a:xfrm>
            <a:off x="4735442" y="1381471"/>
            <a:ext cx="705457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Two 256b bus cycles are run by the cache controller to full-fill a 512b cache miss request.</a:t>
            </a:r>
          </a:p>
          <a:p>
            <a:endParaRPr lang="en-US" sz="1400" dirty="0"/>
          </a:p>
          <a:p>
            <a:r>
              <a:rPr lang="en-US" sz="1400" dirty="0"/>
              <a:t>Depending on the instruction pointer value an even, odd or odd, even pair of cache lines is selected.</a:t>
            </a:r>
          </a:p>
          <a:p>
            <a:endParaRPr lang="en-US" sz="1400" dirty="0"/>
          </a:p>
          <a:p>
            <a:r>
              <a:rPr lang="en-US" sz="1400" dirty="0"/>
              <a:t>On a cache miss the entire cache line is NOPed out.</a:t>
            </a:r>
          </a:p>
          <a:p>
            <a:endParaRPr lang="en-US" sz="1400" dirty="0"/>
          </a:p>
          <a:p>
            <a:r>
              <a:rPr lang="en-US" sz="1400" dirty="0"/>
              <a:t>A pair of cache lines is selected to allow instructions to span cache-line boundaries. Since instructions are 48-bit they do not fit evenly into a cache-line.</a:t>
            </a:r>
          </a:p>
          <a:p>
            <a:endParaRPr lang="en-US" sz="1400" dirty="0"/>
          </a:p>
          <a:p>
            <a:r>
              <a:rPr lang="en-US" sz="1400" dirty="0"/>
              <a:t>The instruction aligner right aligns instructions based on the IP value so that only four instruction decoders are required. Four instructions are selected plus a raw portion of the cache-line to allow for decoding immediates.</a:t>
            </a:r>
          </a:p>
          <a:p>
            <a:endParaRPr lang="en-US" sz="1400" dirty="0"/>
          </a:p>
          <a:p>
            <a:r>
              <a:rPr lang="en-US" sz="1400" dirty="0"/>
              <a:t>For branch miss, a set of NOPs is fed into the pipeline causing a pipeline bubble.</a:t>
            </a:r>
          </a:p>
          <a:p>
            <a:endParaRPr lang="en-CA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776ACB-9297-B69F-1246-69A5A4374F35}"/>
              </a:ext>
            </a:extLst>
          </p:cNvPr>
          <p:cNvSpPr txBox="1"/>
          <p:nvPr/>
        </p:nvSpPr>
        <p:spPr>
          <a:xfrm>
            <a:off x="3419065" y="3634508"/>
            <a:ext cx="9845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Cache miss NOPs</a:t>
            </a:r>
            <a:endParaRPr lang="en-CA" sz="800" dirty="0"/>
          </a:p>
        </p:txBody>
      </p:sp>
      <p:sp>
        <p:nvSpPr>
          <p:cNvPr id="39" name="Arrow: Bent 38">
            <a:extLst>
              <a:ext uri="{FF2B5EF4-FFF2-40B4-BE49-F238E27FC236}">
                <a16:creationId xmlns:a16="http://schemas.microsoft.com/office/drawing/2014/main" id="{396AF869-8613-7770-B041-2A04F01B86D5}"/>
              </a:ext>
            </a:extLst>
          </p:cNvPr>
          <p:cNvSpPr/>
          <p:nvPr/>
        </p:nvSpPr>
        <p:spPr>
          <a:xfrm rot="16200000">
            <a:off x="3141892" y="3837110"/>
            <a:ext cx="499121" cy="439530"/>
          </a:xfrm>
          <a:prstGeom prst="bentArrow">
            <a:avLst/>
          </a:prstGeom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770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Qupls4: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512-bit cache lines are fetched to allow instructions to span a cache 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Qupls4: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870502" y="2465834"/>
            <a:ext cx="323665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298377" y="2467957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1139687" y="2539459"/>
            <a:ext cx="712042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1024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200293" y="308930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539893" y="308929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2879493" y="308929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181520" y="277159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521120" y="278083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2860720" y="277859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193668" y="347581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539893" y="347581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2877285" y="347581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181520" y="3956561"/>
            <a:ext cx="632790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</a:t>
            </a:r>
          </a:p>
          <a:p>
            <a:pPr algn="ctr"/>
            <a:r>
              <a:rPr lang="en-US" sz="600" dirty="0"/>
              <a:t>raw</a:t>
            </a:r>
            <a:endParaRPr lang="en-CA" sz="6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539892" y="3960654"/>
            <a:ext cx="620642" cy="9032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2877285" y="3960654"/>
            <a:ext cx="620642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5884891" y="1404385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Four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raw cache line data are passed to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Raw cache line data is to detect constant zones.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>
            <a:cxnSpLocks/>
          </p:cNvCxnSpPr>
          <p:nvPr/>
        </p:nvCxnSpPr>
        <p:spPr>
          <a:xfrm>
            <a:off x="788407" y="4885925"/>
            <a:ext cx="5833263" cy="718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5381041" y="4608926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412265" y="1755227"/>
            <a:ext cx="3464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1024b cache  line pair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200320" y="277859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237866" y="309022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212011" y="344975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193692" y="3950138"/>
            <a:ext cx="620642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Qupls4: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22477" y="3021262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73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four and thirty-two micro-ops will fill the buffer.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packed as they are stored in the buffer so there are no “holes”.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Qupls4: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29206" y="2116326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630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Twelve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three cache line constants per micro-op.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Qupls4: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AA136E37-5431-E8FB-B541-92D80BAE5C5D}"/>
              </a:ext>
            </a:extLst>
          </p:cNvPr>
          <p:cNvSpPr/>
          <p:nvPr/>
        </p:nvSpPr>
        <p:spPr>
          <a:xfrm>
            <a:off x="749630" y="4310008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Bitfield </a:t>
            </a:r>
            <a:endParaRPr lang="en-CA" sz="7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4413264" y="3751399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FSQRT</a:t>
            </a:r>
            <a:endParaRPr lang="en-CA" sz="7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4413264" y="3502640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FDIV</a:t>
            </a:r>
            <a:endParaRPr lang="en-CA" sz="7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8540352" y="323691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FPU</a:t>
            </a:r>
            <a:endParaRPr lang="en-CA" sz="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Qupls4: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#0</a:t>
            </a:r>
            <a:endParaRPr lang="en-CA" sz="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331350" y="3236782"/>
            <a:ext cx="514437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#1</a:t>
            </a:r>
            <a:endParaRPr lang="en-CA" sz="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1957865" y="3238469"/>
            <a:ext cx="5240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IMUL</a:t>
            </a:r>
            <a:endParaRPr lang="en-CA" sz="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2550439" y="3240508"/>
            <a:ext cx="53449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3159581" y="3252985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#0</a:t>
            </a:r>
            <a:endParaRPr lang="en-CA" sz="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4423282" y="3252985"/>
            <a:ext cx="588813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TRIG</a:t>
            </a:r>
            <a:endParaRPr lang="en-CA" sz="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CSRs</a:t>
            </a:r>
            <a:endParaRPr lang="en-CA" sz="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Counts</a:t>
            </a:r>
            <a:endParaRPr lang="en-CA" sz="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50936" y="4057127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Shift </a:t>
            </a:r>
            <a:endParaRPr lang="en-CA" sz="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2539407" y="3509042"/>
            <a:ext cx="55379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3803813" y="3260319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#1</a:t>
            </a:r>
            <a:endParaRPr lang="en-CA" sz="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5086778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FCU</a:t>
            </a:r>
            <a:endParaRPr lang="en-CA" sz="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5775135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#0</a:t>
            </a:r>
            <a:endParaRPr lang="en-CA" sz="7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6455303" y="3252985"/>
            <a:ext cx="62243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#1</a:t>
            </a:r>
            <a:endParaRPr lang="en-CA" sz="7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7137299" y="3238469"/>
            <a:ext cx="64242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#0</a:t>
            </a:r>
            <a:endParaRPr lang="en-CA" sz="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7838630" y="3236364"/>
            <a:ext cx="63817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#1</a:t>
            </a:r>
            <a:endParaRPr lang="en-CA" sz="7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73589" y="2964466"/>
            <a:ext cx="11410794" cy="2849063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2159567"/>
            <a:ext cx="11372250" cy="302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16:64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839645" y="247471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405450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03437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2645124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4530552" y="245874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5198936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326645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3898504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5883145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654743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7272308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7963978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5219449" y="1779727"/>
            <a:ext cx="297671" cy="36933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5527427" y="1770056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01128" y="4532551"/>
            <a:ext cx="412386" cy="4582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363130" y="34644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004180" y="3468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2584031" y="4001084"/>
            <a:ext cx="412386" cy="9979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3218917" y="3454137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3860103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4522598" y="3969003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5179946" y="34866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7927028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7262643" y="347351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 Flow through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20:4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4465097" y="531444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4420334" y="599745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5061137" y="6286090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550290" y="5571690"/>
            <a:ext cx="1151360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300114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</a:p>
          <a:p>
            <a:endParaRPr lang="en-US" sz="1000" dirty="0"/>
          </a:p>
          <a:p>
            <a:r>
              <a:rPr lang="en-US" sz="1000" dirty="0"/>
              <a:t>Read ports are packed into a vector containing only</a:t>
            </a:r>
          </a:p>
          <a:p>
            <a:r>
              <a:rPr lang="en-US" sz="1000" dirty="0"/>
              <a:t>source operands that need reading.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8715764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8694159" y="345028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051017" y="4566917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1589784" y="426215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241844" y="424901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4</a:t>
            </a:r>
            <a:endParaRPr lang="en-CA" sz="5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3471446" y="424947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4106332" y="4240248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4761541" y="4248137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5683502" y="3454192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8956101" y="4140573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3</a:t>
            </a:r>
            <a:endParaRPr lang="en-CA" sz="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2831086" y="4260694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81DB56-C5C9-7AC4-0EE9-D297C341DF43}"/>
              </a:ext>
            </a:extLst>
          </p:cNvPr>
          <p:cNvSpPr/>
          <p:nvPr/>
        </p:nvSpPr>
        <p:spPr>
          <a:xfrm>
            <a:off x="9340340" y="3238921"/>
            <a:ext cx="61549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Neural Network</a:t>
            </a:r>
          </a:p>
          <a:p>
            <a:pPr algn="ctr"/>
            <a:r>
              <a:rPr lang="en-US" sz="700" dirty="0"/>
              <a:t>16 parallel neurons</a:t>
            </a:r>
            <a:endParaRPr lang="en-CA" sz="700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DB92EDD2-6E78-2318-1091-5B24DD3F35EA}"/>
              </a:ext>
            </a:extLst>
          </p:cNvPr>
          <p:cNvSpPr/>
          <p:nvPr/>
        </p:nvSpPr>
        <p:spPr>
          <a:xfrm>
            <a:off x="9474440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C9B770E9-9E36-BC7B-CD3A-649836BF1379}"/>
              </a:ext>
            </a:extLst>
          </p:cNvPr>
          <p:cNvSpPr/>
          <p:nvPr/>
        </p:nvSpPr>
        <p:spPr>
          <a:xfrm>
            <a:off x="9451831" y="3780849"/>
            <a:ext cx="412386" cy="12072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DDCB0D-07E3-F8C0-A2F8-13C02CA1A8B4}"/>
              </a:ext>
            </a:extLst>
          </p:cNvPr>
          <p:cNvSpPr/>
          <p:nvPr/>
        </p:nvSpPr>
        <p:spPr>
          <a:xfrm>
            <a:off x="4990744" y="84593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Port Packing</a:t>
            </a:r>
            <a:endParaRPr lang="en-CA" sz="700" dirty="0"/>
          </a:p>
        </p:txBody>
      </p:sp>
      <p:sp>
        <p:nvSpPr>
          <p:cNvPr id="30" name="Arrow: Up-Down 29">
            <a:extLst>
              <a:ext uri="{FF2B5EF4-FFF2-40B4-BE49-F238E27FC236}">
                <a16:creationId xmlns:a16="http://schemas.microsoft.com/office/drawing/2014/main" id="{44EB0E90-3C35-259C-59F8-3056456FD5B3}"/>
              </a:ext>
            </a:extLst>
          </p:cNvPr>
          <p:cNvSpPr/>
          <p:nvPr/>
        </p:nvSpPr>
        <p:spPr>
          <a:xfrm>
            <a:off x="5251488" y="1044471"/>
            <a:ext cx="212826" cy="33736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F0C49-D56C-37EF-6204-191B87F32ACB}"/>
              </a:ext>
            </a:extLst>
          </p:cNvPr>
          <p:cNvSpPr txBox="1"/>
          <p:nvPr/>
        </p:nvSpPr>
        <p:spPr>
          <a:xfrm>
            <a:off x="559296" y="813854"/>
            <a:ext cx="364314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Rotating muxes change the read/write port priority every clock cycle to prevent ports from starving.</a:t>
            </a:r>
          </a:p>
          <a:p>
            <a:endParaRPr lang="en-US" sz="1100" dirty="0"/>
          </a:p>
          <a:p>
            <a:r>
              <a:rPr lang="en-US" sz="1100" dirty="0"/>
              <a:t>There is bypassing from register file inputs to reservation stations.</a:t>
            </a:r>
          </a:p>
          <a:p>
            <a:endParaRPr lang="en-US" sz="1100" dirty="0"/>
          </a:p>
          <a:p>
            <a:r>
              <a:rPr lang="en-US" sz="1100" dirty="0"/>
              <a:t>Reservation stations have three entry input queues.</a:t>
            </a:r>
            <a:endParaRPr lang="en-CA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68DA46-1AA2-CE2E-542C-0AB89CE5CBE1}"/>
              </a:ext>
            </a:extLst>
          </p:cNvPr>
          <p:cNvSpPr/>
          <p:nvPr/>
        </p:nvSpPr>
        <p:spPr>
          <a:xfrm>
            <a:off x="10017514" y="3250033"/>
            <a:ext cx="491354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Crypto</a:t>
            </a:r>
            <a:endParaRPr lang="en-CA" sz="700" dirty="0"/>
          </a:p>
        </p:txBody>
      </p:sp>
      <p:sp>
        <p:nvSpPr>
          <p:cNvPr id="78" name="Arrow: Up-Down 77">
            <a:extLst>
              <a:ext uri="{FF2B5EF4-FFF2-40B4-BE49-F238E27FC236}">
                <a16:creationId xmlns:a16="http://schemas.microsoft.com/office/drawing/2014/main" id="{5AA53529-B298-EF3D-BEB2-1D4443ECAF4C}"/>
              </a:ext>
            </a:extLst>
          </p:cNvPr>
          <p:cNvSpPr/>
          <p:nvPr/>
        </p:nvSpPr>
        <p:spPr>
          <a:xfrm>
            <a:off x="10063046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2B9C3FDD-E935-4F8F-A3B4-D03E1AE89E70}"/>
              </a:ext>
            </a:extLst>
          </p:cNvPr>
          <p:cNvSpPr/>
          <p:nvPr/>
        </p:nvSpPr>
        <p:spPr>
          <a:xfrm>
            <a:off x="10063046" y="3481913"/>
            <a:ext cx="412386" cy="149325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18A4B9F-614C-0A8D-0E5A-11F2715FEFA7}"/>
              </a:ext>
            </a:extLst>
          </p:cNvPr>
          <p:cNvSpPr/>
          <p:nvPr/>
        </p:nvSpPr>
        <p:spPr>
          <a:xfrm>
            <a:off x="4530552" y="1382885"/>
            <a:ext cx="1598322" cy="371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Register File Read</a:t>
            </a:r>
            <a:endParaRPr lang="en-CA" sz="7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A1A0868-613A-7356-225A-7748D7DD9C03}"/>
              </a:ext>
            </a:extLst>
          </p:cNvPr>
          <p:cNvSpPr txBox="1"/>
          <p:nvPr/>
        </p:nvSpPr>
        <p:spPr>
          <a:xfrm>
            <a:off x="5563456" y="3890196"/>
            <a:ext cx="15553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Reservation Stations</a:t>
            </a:r>
            <a:endParaRPr lang="en-CA" sz="1200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1F93285-5143-E06F-5514-FC1C3854AE4E}"/>
              </a:ext>
            </a:extLst>
          </p:cNvPr>
          <p:cNvCxnSpPr/>
          <p:nvPr/>
        </p:nvCxnSpPr>
        <p:spPr>
          <a:xfrm flipV="1">
            <a:off x="6547437" y="3517218"/>
            <a:ext cx="138625" cy="342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42B8BB-585D-7B3C-4B3B-56191BF22736}"/>
              </a:ext>
            </a:extLst>
          </p:cNvPr>
          <p:cNvCxnSpPr/>
          <p:nvPr/>
        </p:nvCxnSpPr>
        <p:spPr>
          <a:xfrm flipV="1">
            <a:off x="6833704" y="3538830"/>
            <a:ext cx="371061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C788CD4-DE31-AEDD-1B6C-A0EE6B0EEA7A}"/>
              </a:ext>
            </a:extLst>
          </p:cNvPr>
          <p:cNvCxnSpPr/>
          <p:nvPr/>
        </p:nvCxnSpPr>
        <p:spPr>
          <a:xfrm flipV="1">
            <a:off x="6179930" y="3538830"/>
            <a:ext cx="0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961A69D-8F94-0A24-1763-92B5BC676AF9}"/>
              </a:ext>
            </a:extLst>
          </p:cNvPr>
          <p:cNvCxnSpPr/>
          <p:nvPr/>
        </p:nvCxnSpPr>
        <p:spPr>
          <a:xfrm flipH="1" flipV="1">
            <a:off x="5592332" y="3502640"/>
            <a:ext cx="236000" cy="400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368FDF-06CC-5DB3-E45A-CFB9D5FE4C3F}"/>
              </a:ext>
            </a:extLst>
          </p:cNvPr>
          <p:cNvSpPr/>
          <p:nvPr/>
        </p:nvSpPr>
        <p:spPr>
          <a:xfrm>
            <a:off x="10554155" y="3250750"/>
            <a:ext cx="55388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Graphics</a:t>
            </a:r>
            <a:endParaRPr lang="en-CA" sz="700" dirty="0"/>
          </a:p>
        </p:txBody>
      </p:sp>
      <p:sp>
        <p:nvSpPr>
          <p:cNvPr id="107" name="Arrow: Up-Down 106">
            <a:extLst>
              <a:ext uri="{FF2B5EF4-FFF2-40B4-BE49-F238E27FC236}">
                <a16:creationId xmlns:a16="http://schemas.microsoft.com/office/drawing/2014/main" id="{0B3BB0DD-364C-9C0A-D374-2C3A40385486}"/>
              </a:ext>
            </a:extLst>
          </p:cNvPr>
          <p:cNvSpPr/>
          <p:nvPr/>
        </p:nvSpPr>
        <p:spPr>
          <a:xfrm>
            <a:off x="10644763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109" name="Arrow: Down 108">
            <a:extLst>
              <a:ext uri="{FF2B5EF4-FFF2-40B4-BE49-F238E27FC236}">
                <a16:creationId xmlns:a16="http://schemas.microsoft.com/office/drawing/2014/main" id="{6FBE0B35-0304-3DC6-3097-3C12B2CB2125}"/>
              </a:ext>
            </a:extLst>
          </p:cNvPr>
          <p:cNvSpPr/>
          <p:nvPr/>
        </p:nvSpPr>
        <p:spPr>
          <a:xfrm>
            <a:off x="10614525" y="3788829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522A12-A492-6A1C-4438-ABFA464B5CC0}"/>
              </a:ext>
            </a:extLst>
          </p:cNvPr>
          <p:cNvSpPr/>
          <p:nvPr/>
        </p:nvSpPr>
        <p:spPr>
          <a:xfrm>
            <a:off x="11158799" y="3258021"/>
            <a:ext cx="70631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Capabilities</a:t>
            </a:r>
            <a:endParaRPr lang="en-CA" sz="7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FB420181-00EB-476F-E8E1-511C1E684828}"/>
              </a:ext>
            </a:extLst>
          </p:cNvPr>
          <p:cNvSpPr/>
          <p:nvPr/>
        </p:nvSpPr>
        <p:spPr>
          <a:xfrm>
            <a:off x="11293701" y="3795514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28" name="Arrow: Up-Down 27">
            <a:extLst>
              <a:ext uri="{FF2B5EF4-FFF2-40B4-BE49-F238E27FC236}">
                <a16:creationId xmlns:a16="http://schemas.microsoft.com/office/drawing/2014/main" id="{11D3DA34-9AD0-64AB-B290-A53E3F8CB104}"/>
              </a:ext>
            </a:extLst>
          </p:cNvPr>
          <p:cNvSpPr/>
          <p:nvPr/>
        </p:nvSpPr>
        <p:spPr>
          <a:xfrm>
            <a:off x="11140360" y="247029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8" name="Arrow: Up-Down 47">
            <a:extLst>
              <a:ext uri="{FF2B5EF4-FFF2-40B4-BE49-F238E27FC236}">
                <a16:creationId xmlns:a16="http://schemas.microsoft.com/office/drawing/2014/main" id="{93F6DCD7-0DCD-999B-1D94-DD1C827A5C8D}"/>
              </a:ext>
            </a:extLst>
          </p:cNvPr>
          <p:cNvSpPr/>
          <p:nvPr/>
        </p:nvSpPr>
        <p:spPr>
          <a:xfrm>
            <a:off x="11536017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B08F64-0CD3-8980-398C-ADBA3AB49225}"/>
              </a:ext>
            </a:extLst>
          </p:cNvPr>
          <p:cNvSpPr/>
          <p:nvPr/>
        </p:nvSpPr>
        <p:spPr>
          <a:xfrm>
            <a:off x="2494049" y="3777576"/>
            <a:ext cx="65734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Hardware Queues</a:t>
            </a:r>
            <a:endParaRPr lang="en-CA" sz="700" dirty="0"/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76A82-092D-CF16-A768-4B843A414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3" y="64807"/>
            <a:ext cx="10515600" cy="1325563"/>
          </a:xfrm>
        </p:spPr>
        <p:txBody>
          <a:bodyPr/>
          <a:lstStyle/>
          <a:p>
            <a:r>
              <a:rPr lang="en-US" dirty="0"/>
              <a:t>Qupls4: Reservation Stations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54E2B-447A-3F7A-0FC3-E6CAE451E1D5}"/>
              </a:ext>
            </a:extLst>
          </p:cNvPr>
          <p:cNvSpPr/>
          <p:nvPr/>
        </p:nvSpPr>
        <p:spPr>
          <a:xfrm>
            <a:off x="701133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55EF9-E535-BB32-A603-315D68A4CF9D}"/>
              </a:ext>
            </a:extLst>
          </p:cNvPr>
          <p:cNvSpPr/>
          <p:nvPr/>
        </p:nvSpPr>
        <p:spPr>
          <a:xfrm>
            <a:off x="2079618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53A54E-9958-C86D-AFF0-6DF07F6D11E5}"/>
              </a:ext>
            </a:extLst>
          </p:cNvPr>
          <p:cNvSpPr/>
          <p:nvPr/>
        </p:nvSpPr>
        <p:spPr>
          <a:xfrm>
            <a:off x="345810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29C90-9E5D-09FF-C54D-5686CF22F15D}"/>
              </a:ext>
            </a:extLst>
          </p:cNvPr>
          <p:cNvSpPr/>
          <p:nvPr/>
        </p:nvSpPr>
        <p:spPr>
          <a:xfrm>
            <a:off x="482749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55BF0-D12E-9A47-9CAD-7AD610798C73}"/>
              </a:ext>
            </a:extLst>
          </p:cNvPr>
          <p:cNvSpPr/>
          <p:nvPr/>
        </p:nvSpPr>
        <p:spPr>
          <a:xfrm>
            <a:off x="643707" y="2813489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#1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8CC17-9D06-901F-3C9C-8A12A1EBB6B7}"/>
              </a:ext>
            </a:extLst>
          </p:cNvPr>
          <p:cNvSpPr/>
          <p:nvPr/>
        </p:nvSpPr>
        <p:spPr>
          <a:xfrm>
            <a:off x="701133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B46AF-FFB7-C943-5143-303058ED2177}"/>
              </a:ext>
            </a:extLst>
          </p:cNvPr>
          <p:cNvSpPr/>
          <p:nvPr/>
        </p:nvSpPr>
        <p:spPr>
          <a:xfrm>
            <a:off x="2079618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87AFF-4B81-57CD-C80A-3A45635AEDCE}"/>
              </a:ext>
            </a:extLst>
          </p:cNvPr>
          <p:cNvSpPr/>
          <p:nvPr/>
        </p:nvSpPr>
        <p:spPr>
          <a:xfrm>
            <a:off x="345810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3CF43-E767-12EB-0CA2-01FC0DA056FA}"/>
              </a:ext>
            </a:extLst>
          </p:cNvPr>
          <p:cNvSpPr/>
          <p:nvPr/>
        </p:nvSpPr>
        <p:spPr>
          <a:xfrm>
            <a:off x="482749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EF87FE-1F84-5C9D-BDA3-2C56432EBBA3}"/>
              </a:ext>
            </a:extLst>
          </p:cNvPr>
          <p:cNvSpPr/>
          <p:nvPr/>
        </p:nvSpPr>
        <p:spPr>
          <a:xfrm>
            <a:off x="643707" y="3902376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#2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BD3838-BBDB-84C4-AD94-659C06006C1C}"/>
              </a:ext>
            </a:extLst>
          </p:cNvPr>
          <p:cNvSpPr/>
          <p:nvPr/>
        </p:nvSpPr>
        <p:spPr>
          <a:xfrm>
            <a:off x="701133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72CD2-600D-3953-1A11-0F4FD1D662D2}"/>
              </a:ext>
            </a:extLst>
          </p:cNvPr>
          <p:cNvSpPr/>
          <p:nvPr/>
        </p:nvSpPr>
        <p:spPr>
          <a:xfrm>
            <a:off x="2079618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C4564-E4BA-2915-6206-89E01FF3C157}"/>
              </a:ext>
            </a:extLst>
          </p:cNvPr>
          <p:cNvSpPr/>
          <p:nvPr/>
        </p:nvSpPr>
        <p:spPr>
          <a:xfrm>
            <a:off x="345810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8AAAC-D734-A25E-54BD-D9F10ECD2BCB}"/>
              </a:ext>
            </a:extLst>
          </p:cNvPr>
          <p:cNvSpPr/>
          <p:nvPr/>
        </p:nvSpPr>
        <p:spPr>
          <a:xfrm>
            <a:off x="482749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914D81-351C-9715-996D-D351355B0C9A}"/>
              </a:ext>
            </a:extLst>
          </p:cNvPr>
          <p:cNvSpPr/>
          <p:nvPr/>
        </p:nvSpPr>
        <p:spPr>
          <a:xfrm>
            <a:off x="643707" y="4991263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#3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929D795E-7D96-2BDD-2B15-8851834D25D3}"/>
              </a:ext>
            </a:extLst>
          </p:cNvPr>
          <p:cNvSpPr/>
          <p:nvPr/>
        </p:nvSpPr>
        <p:spPr>
          <a:xfrm rot="5400000">
            <a:off x="5676753" y="3944487"/>
            <a:ext cx="2832524" cy="570529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3:1 mux</a:t>
            </a:r>
            <a:endParaRPr lang="en-CA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DF85E75-D397-4A14-DEC2-05368A25CF0E}"/>
              </a:ext>
            </a:extLst>
          </p:cNvPr>
          <p:cNvSpPr/>
          <p:nvPr/>
        </p:nvSpPr>
        <p:spPr>
          <a:xfrm>
            <a:off x="7378280" y="398743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9F6B381-9265-D55C-C89D-5AB15A169578}"/>
              </a:ext>
            </a:extLst>
          </p:cNvPr>
          <p:cNvSpPr/>
          <p:nvPr/>
        </p:nvSpPr>
        <p:spPr>
          <a:xfrm>
            <a:off x="6196882" y="2898547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205E3F5-C275-FE86-0CDB-B1FBC2C1E576}"/>
              </a:ext>
            </a:extLst>
          </p:cNvPr>
          <p:cNvSpPr/>
          <p:nvPr/>
        </p:nvSpPr>
        <p:spPr>
          <a:xfrm>
            <a:off x="6190000" y="3987434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42184D23-A98B-E99E-AFB4-73CD36A59F16}"/>
              </a:ext>
            </a:extLst>
          </p:cNvPr>
          <p:cNvSpPr/>
          <p:nvPr/>
        </p:nvSpPr>
        <p:spPr>
          <a:xfrm>
            <a:off x="6190000" y="5076321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728B52-0D23-9B07-B1EA-A00181E41FE1}"/>
              </a:ext>
            </a:extLst>
          </p:cNvPr>
          <p:cNvSpPr txBox="1"/>
          <p:nvPr/>
        </p:nvSpPr>
        <p:spPr>
          <a:xfrm>
            <a:off x="8442241" y="3902376"/>
            <a:ext cx="197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Operands</a:t>
            </a:r>
          </a:p>
          <a:p>
            <a:r>
              <a:rPr lang="en-US" dirty="0"/>
              <a:t>To Functional Unit</a:t>
            </a:r>
            <a:endParaRPr lang="en-CA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018E69C-705E-4D64-316A-36575E0073ED}"/>
              </a:ext>
            </a:extLst>
          </p:cNvPr>
          <p:cNvSpPr/>
          <p:nvPr/>
        </p:nvSpPr>
        <p:spPr>
          <a:xfrm>
            <a:off x="13902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8A934254-93B2-C64F-DE84-6477009B256D}"/>
              </a:ext>
            </a:extLst>
          </p:cNvPr>
          <p:cNvSpPr/>
          <p:nvPr/>
        </p:nvSpPr>
        <p:spPr>
          <a:xfrm>
            <a:off x="30836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172B27-3618-75CC-E11C-0B939FA38D45}"/>
              </a:ext>
            </a:extLst>
          </p:cNvPr>
          <p:cNvSpPr txBox="1"/>
          <p:nvPr/>
        </p:nvSpPr>
        <p:spPr>
          <a:xfrm>
            <a:off x="804406" y="1447054"/>
            <a:ext cx="179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Bypass Network</a:t>
            </a:r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589F54-267A-CC39-8888-2439935BCBA6}"/>
              </a:ext>
            </a:extLst>
          </p:cNvPr>
          <p:cNvSpPr txBox="1"/>
          <p:nvPr/>
        </p:nvSpPr>
        <p:spPr>
          <a:xfrm>
            <a:off x="2585537" y="1453859"/>
            <a:ext cx="152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File</a:t>
            </a:r>
            <a:endParaRPr lang="en-CA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BA8278-6C4B-8B6F-3397-A3E153371543}"/>
              </a:ext>
            </a:extLst>
          </p:cNvPr>
          <p:cNvSpPr txBox="1"/>
          <p:nvPr/>
        </p:nvSpPr>
        <p:spPr>
          <a:xfrm>
            <a:off x="7740669" y="1020694"/>
            <a:ext cx="361147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 request is made to the register file to fetch values that have not been latched yet.</a:t>
            </a:r>
          </a:p>
          <a:p>
            <a:endParaRPr lang="en-US" sz="1100" dirty="0"/>
          </a:p>
          <a:p>
            <a:r>
              <a:rPr lang="en-US" sz="1100" dirty="0"/>
              <a:t>Operand latches are filled from either the register file or the results bypassing network as available.</a:t>
            </a:r>
          </a:p>
          <a:p>
            <a:endParaRPr lang="en-US" sz="1100" dirty="0"/>
          </a:p>
          <a:p>
            <a:r>
              <a:rPr lang="en-US" sz="1100" dirty="0"/>
              <a:t>Once all operands are valid for a queue entry, the instruction may be scheduled to go to the functional unit. The functional unit must also be ready to accept a new operation.</a:t>
            </a:r>
          </a:p>
          <a:p>
            <a:endParaRPr lang="en-US" sz="1100" dirty="0"/>
          </a:p>
          <a:p>
            <a:r>
              <a:rPr lang="en-US" sz="1100" dirty="0"/>
              <a:t>Once the queue entry has gone to the functional unit it is marked available for a new instruction.</a:t>
            </a:r>
            <a:endParaRPr lang="en-CA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EFB8A0-EDFE-668D-C31C-2660889B30B0}"/>
              </a:ext>
            </a:extLst>
          </p:cNvPr>
          <p:cNvSpPr/>
          <p:nvPr/>
        </p:nvSpPr>
        <p:spPr>
          <a:xfrm>
            <a:off x="8376002" y="5720002"/>
            <a:ext cx="1317812" cy="6359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Scheduler</a:t>
            </a:r>
            <a:endParaRPr lang="en-CA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3341695D-A663-FD9E-1497-FA8609A3EB98}"/>
              </a:ext>
            </a:extLst>
          </p:cNvPr>
          <p:cNvSpPr/>
          <p:nvPr/>
        </p:nvSpPr>
        <p:spPr>
          <a:xfrm rot="10800000">
            <a:off x="4933101" y="184075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180A55-32E0-7DED-BF42-A7CB477B3716}"/>
              </a:ext>
            </a:extLst>
          </p:cNvPr>
          <p:cNvSpPr txBox="1"/>
          <p:nvPr/>
        </p:nvSpPr>
        <p:spPr>
          <a:xfrm>
            <a:off x="4180766" y="1452732"/>
            <a:ext cx="2473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Read Request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8516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B7A507-0B6D-6C1F-0AE0-BAA6239F0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65" y="0"/>
            <a:ext cx="572086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E199E5-4BC0-E848-B91D-06C5DD2E487F}"/>
              </a:ext>
            </a:extLst>
          </p:cNvPr>
          <p:cNvSpPr txBox="1"/>
          <p:nvPr/>
        </p:nvSpPr>
        <p:spPr>
          <a:xfrm>
            <a:off x="283464" y="466344"/>
            <a:ext cx="2455319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Root Opcode Map</a:t>
            </a:r>
          </a:p>
          <a:p>
            <a:r>
              <a:rPr lang="en-US" sz="1200" dirty="0"/>
              <a:t>Orange = control</a:t>
            </a:r>
          </a:p>
          <a:p>
            <a:r>
              <a:rPr lang="en-US" sz="1200" dirty="0"/>
              <a:t>Yellow = capabilities</a:t>
            </a:r>
          </a:p>
          <a:p>
            <a:r>
              <a:rPr lang="en-US" sz="1200" dirty="0"/>
              <a:t>Grey = arithmetic</a:t>
            </a:r>
          </a:p>
          <a:p>
            <a:r>
              <a:rPr lang="en-US" sz="1200" dirty="0"/>
              <a:t>Green = branch</a:t>
            </a:r>
          </a:p>
          <a:p>
            <a:r>
              <a:rPr lang="en-US" sz="1200" dirty="0"/>
              <a:t>Pink = memory</a:t>
            </a:r>
          </a:p>
          <a:p>
            <a:endParaRPr lang="en-US" sz="1200" dirty="0"/>
          </a:p>
          <a:p>
            <a:r>
              <a:rPr lang="en-US" sz="1200" dirty="0"/>
              <a:t>There are about 25 open opcodes and the instruction set is pretty complete. There may be some more graphics or AI instructions </a:t>
            </a:r>
            <a:r>
              <a:rPr lang="en-US" sz="1200"/>
              <a:t>to be added </a:t>
            </a:r>
            <a:r>
              <a:rPr lang="en-US" sz="1200" dirty="0"/>
              <a:t>yet.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2388022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5E3B-E68A-AB15-0E22-5D809E5F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21" y="46037"/>
            <a:ext cx="10515600" cy="1325563"/>
          </a:xfrm>
        </p:spPr>
        <p:txBody>
          <a:bodyPr/>
          <a:lstStyle/>
          <a:p>
            <a:r>
              <a:rPr lang="en-US" dirty="0"/>
              <a:t>Qupls4: External Interrupt Handling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6FEDA4-419C-65B8-65D7-E475FE461BA2}"/>
              </a:ext>
            </a:extLst>
          </p:cNvPr>
          <p:cNvSpPr/>
          <p:nvPr/>
        </p:nvSpPr>
        <p:spPr>
          <a:xfrm>
            <a:off x="5830956" y="2826025"/>
            <a:ext cx="1616765" cy="1086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Deferred IRQ FIFO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010419-CD67-956C-950D-D3BA5119C10F}"/>
              </a:ext>
            </a:extLst>
          </p:cNvPr>
          <p:cNvSpPr/>
          <p:nvPr/>
        </p:nvSpPr>
        <p:spPr>
          <a:xfrm>
            <a:off x="1298715" y="4572000"/>
            <a:ext cx="60960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Processor Pipeline</a:t>
            </a:r>
            <a:endParaRPr lang="en-CA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6CD796-10BE-A1CF-6E02-CCDB11422AB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6639339" y="3912704"/>
            <a:ext cx="0" cy="659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55D3B0-FCC0-B109-CC01-C06AAB87CFED}"/>
              </a:ext>
            </a:extLst>
          </p:cNvPr>
          <p:cNvSpPr txBox="1"/>
          <p:nvPr/>
        </p:nvSpPr>
        <p:spPr>
          <a:xfrm>
            <a:off x="6722982" y="3925669"/>
            <a:ext cx="3430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IRQ disabled at time of commit</a:t>
            </a:r>
          </a:p>
          <a:p>
            <a:r>
              <a:rPr lang="en-US" dirty="0"/>
              <a:t>The IRQ is deferred by a FIFO</a:t>
            </a:r>
            <a:endParaRPr lang="en-CA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6480AD-8E3B-7AC1-13E9-76ACC1C822DC}"/>
              </a:ext>
            </a:extLst>
          </p:cNvPr>
          <p:cNvSpPr/>
          <p:nvPr/>
        </p:nvSpPr>
        <p:spPr>
          <a:xfrm>
            <a:off x="1364974" y="2826025"/>
            <a:ext cx="1557131" cy="10996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Target Buffer Logic</a:t>
            </a:r>
            <a:endParaRPr lang="en-CA" dirty="0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85CECB16-A6CF-539B-A783-13CE90523229}"/>
              </a:ext>
            </a:extLst>
          </p:cNvPr>
          <p:cNvSpPr/>
          <p:nvPr/>
        </p:nvSpPr>
        <p:spPr>
          <a:xfrm rot="16200000">
            <a:off x="3868112" y="1928190"/>
            <a:ext cx="1459263" cy="714094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Mux</a:t>
            </a:r>
            <a:endParaRPr lang="en-CA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078ED35-51CC-0EC1-20E1-498922476401}"/>
              </a:ext>
            </a:extLst>
          </p:cNvPr>
          <p:cNvCxnSpPr/>
          <p:nvPr/>
        </p:nvCxnSpPr>
        <p:spPr>
          <a:xfrm flipH="1">
            <a:off x="4954791" y="1881808"/>
            <a:ext cx="26188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0B7E47-1909-080F-CFE3-20CD55CF493F}"/>
              </a:ext>
            </a:extLst>
          </p:cNvPr>
          <p:cNvSpPr txBox="1"/>
          <p:nvPr/>
        </p:nvSpPr>
        <p:spPr>
          <a:xfrm>
            <a:off x="5923257" y="1480269"/>
            <a:ext cx="1520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Incoming IRQ</a:t>
            </a:r>
            <a:endParaRPr lang="en-CA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6809D4-873B-1191-EBC5-796D3D108735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6639338" y="2484782"/>
            <a:ext cx="1" cy="3412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9E5FC91-E98C-901D-DE45-2F2DCFF5BCE5}"/>
              </a:ext>
            </a:extLst>
          </p:cNvPr>
          <p:cNvCxnSpPr/>
          <p:nvPr/>
        </p:nvCxnSpPr>
        <p:spPr>
          <a:xfrm flipH="1">
            <a:off x="4954791" y="2491408"/>
            <a:ext cx="16845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8A5805-2C7C-B3EB-C685-4CE7B769FBAF}"/>
              </a:ext>
            </a:extLst>
          </p:cNvPr>
          <p:cNvCxnSpPr>
            <a:stCxn id="11" idx="0"/>
          </p:cNvCxnSpPr>
          <p:nvPr/>
        </p:nvCxnSpPr>
        <p:spPr>
          <a:xfrm flipH="1">
            <a:off x="2143539" y="2285237"/>
            <a:ext cx="20971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CA8EA33-B8E4-8DFD-7C3E-CDAA83ECA14A}"/>
              </a:ext>
            </a:extLst>
          </p:cNvPr>
          <p:cNvCxnSpPr>
            <a:endCxn id="10" idx="0"/>
          </p:cNvCxnSpPr>
          <p:nvPr/>
        </p:nvCxnSpPr>
        <p:spPr>
          <a:xfrm>
            <a:off x="2143539" y="2285237"/>
            <a:ext cx="1" cy="540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C31ACF8-4EEA-92DA-780E-7AF7FEF522D9}"/>
              </a:ext>
            </a:extLst>
          </p:cNvPr>
          <p:cNvCxnSpPr>
            <a:stCxn id="10" idx="2"/>
          </p:cNvCxnSpPr>
          <p:nvPr/>
        </p:nvCxnSpPr>
        <p:spPr>
          <a:xfrm flipH="1">
            <a:off x="2143539" y="3925669"/>
            <a:ext cx="1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F7175E0-6388-7331-5FEC-1976B7317D6C}"/>
              </a:ext>
            </a:extLst>
          </p:cNvPr>
          <p:cNvSpPr/>
          <p:nvPr/>
        </p:nvSpPr>
        <p:spPr>
          <a:xfrm>
            <a:off x="4230757" y="3385169"/>
            <a:ext cx="109993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 Logic</a:t>
            </a:r>
            <a:endParaRPr lang="en-CA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414627-F228-0F92-73D3-048581AEA4CF}"/>
              </a:ext>
            </a:extLst>
          </p:cNvPr>
          <p:cNvCxnSpPr>
            <a:endCxn id="11" idx="1"/>
          </p:cNvCxnSpPr>
          <p:nvPr/>
        </p:nvCxnSpPr>
        <p:spPr>
          <a:xfrm flipV="1">
            <a:off x="4597743" y="2925607"/>
            <a:ext cx="1" cy="459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D0C03C-C471-7203-BAB6-9884A0B72E2F}"/>
              </a:ext>
            </a:extLst>
          </p:cNvPr>
          <p:cNvCxnSpPr/>
          <p:nvPr/>
        </p:nvCxnSpPr>
        <p:spPr>
          <a:xfrm>
            <a:off x="5330687" y="3631095"/>
            <a:ext cx="466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60AC4A-5929-3F4E-546B-BB12A20DAF12}"/>
              </a:ext>
            </a:extLst>
          </p:cNvPr>
          <p:cNvSpPr txBox="1"/>
          <p:nvPr/>
        </p:nvSpPr>
        <p:spPr>
          <a:xfrm>
            <a:off x="170627" y="4097124"/>
            <a:ext cx="1972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Front-end: Next IP</a:t>
            </a:r>
            <a:endParaRPr lang="en-CA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E449C6-1825-2CCE-61F7-4078C46A269D}"/>
              </a:ext>
            </a:extLst>
          </p:cNvPr>
          <p:cNvSpPr txBox="1"/>
          <p:nvPr/>
        </p:nvSpPr>
        <p:spPr>
          <a:xfrm>
            <a:off x="7993573" y="1168882"/>
            <a:ext cx="367827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CPU chooses the deferred IRQ FIFO as the source of interrupts if there is any interrupt in the FIFO, otherwise the external interrupt feeds the branch-target buffer.</a:t>
            </a:r>
          </a:p>
          <a:p>
            <a:endParaRPr lang="en-US" sz="1400" dirty="0"/>
          </a:p>
          <a:p>
            <a:r>
              <a:rPr lang="en-US" sz="1400" dirty="0"/>
              <a:t>The incoming interrupt acts like a branch and directly changes the IP causing immediate fetch of ISR instructions.</a:t>
            </a:r>
          </a:p>
          <a:p>
            <a:endParaRPr lang="en-US" sz="1400" dirty="0"/>
          </a:p>
          <a:p>
            <a:r>
              <a:rPr lang="en-US" sz="1400" dirty="0"/>
              <a:t>However, if the IRQ should have been disabled, then it is recorded in the deferred FIFO and not immediately processed.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1740265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BFCB2-3543-8727-BD1A-FD4EEE2C1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Qupls4: MSI Interrupt Logging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7940D5-5C93-AFE1-5403-5B46CE1C03C8}"/>
              </a:ext>
            </a:extLst>
          </p:cNvPr>
          <p:cNvSpPr/>
          <p:nvPr/>
        </p:nvSpPr>
        <p:spPr>
          <a:xfrm>
            <a:off x="106680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8342D0-573C-A3CC-E890-0D7432020CEF}"/>
              </a:ext>
            </a:extLst>
          </p:cNvPr>
          <p:cNvSpPr/>
          <p:nvPr/>
        </p:nvSpPr>
        <p:spPr>
          <a:xfrm>
            <a:off x="216673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BD70B6-D0C5-4FE8-E0A6-92A849C9FB56}"/>
              </a:ext>
            </a:extLst>
          </p:cNvPr>
          <p:cNvSpPr/>
          <p:nvPr/>
        </p:nvSpPr>
        <p:spPr>
          <a:xfrm>
            <a:off x="326666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1D6EAB-7320-E8D4-0811-DE9F12D0CAC9}"/>
              </a:ext>
            </a:extLst>
          </p:cNvPr>
          <p:cNvSpPr/>
          <p:nvPr/>
        </p:nvSpPr>
        <p:spPr>
          <a:xfrm>
            <a:off x="436659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2B5C6E-CDAD-C531-AD68-9A86D49CF3CA}"/>
              </a:ext>
            </a:extLst>
          </p:cNvPr>
          <p:cNvSpPr/>
          <p:nvPr/>
        </p:nvSpPr>
        <p:spPr>
          <a:xfrm>
            <a:off x="549966" y="3048000"/>
            <a:ext cx="4976192" cy="1722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Bus</a:t>
            </a:r>
            <a:endParaRPr lang="en-CA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038D99-29B0-1D5A-F2B9-508AA86F5C7C}"/>
              </a:ext>
            </a:extLst>
          </p:cNvPr>
          <p:cNvSpPr/>
          <p:nvPr/>
        </p:nvSpPr>
        <p:spPr>
          <a:xfrm>
            <a:off x="1066800" y="363772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MSI Logger</a:t>
            </a:r>
            <a:endParaRPr lang="en-CA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1DD14BF-A36C-B36C-9B10-DEC0C8DF2FBD}"/>
              </a:ext>
            </a:extLst>
          </p:cNvPr>
          <p:cNvSpPr/>
          <p:nvPr/>
        </p:nvSpPr>
        <p:spPr>
          <a:xfrm rot="10800000">
            <a:off x="4750904" y="264380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D3BD51F-FDE3-6857-E16C-C97FB3DD1AF7}"/>
              </a:ext>
            </a:extLst>
          </p:cNvPr>
          <p:cNvSpPr/>
          <p:nvPr/>
        </p:nvSpPr>
        <p:spPr>
          <a:xfrm rot="10800000">
            <a:off x="3644347" y="264380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938986F-D033-B536-907E-99F98DD2FCE6}"/>
              </a:ext>
            </a:extLst>
          </p:cNvPr>
          <p:cNvSpPr/>
          <p:nvPr/>
        </p:nvSpPr>
        <p:spPr>
          <a:xfrm rot="10800000">
            <a:off x="2537790" y="2627244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0F17E5A-00F3-EF79-44F0-CAF781A4017E}"/>
              </a:ext>
            </a:extLst>
          </p:cNvPr>
          <p:cNvSpPr/>
          <p:nvPr/>
        </p:nvSpPr>
        <p:spPr>
          <a:xfrm rot="10800000">
            <a:off x="1414669" y="2635527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A257354-8A98-1A24-4E5D-6367AF5F8DE9}"/>
              </a:ext>
            </a:extLst>
          </p:cNvPr>
          <p:cNvSpPr/>
          <p:nvPr/>
        </p:nvSpPr>
        <p:spPr>
          <a:xfrm>
            <a:off x="1414669" y="3233530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2FDE72-575E-9BFE-48B7-9F31418F9506}"/>
              </a:ext>
            </a:extLst>
          </p:cNvPr>
          <p:cNvSpPr/>
          <p:nvPr/>
        </p:nvSpPr>
        <p:spPr>
          <a:xfrm>
            <a:off x="549965" y="4909930"/>
            <a:ext cx="2716695" cy="1855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Bus to Memory</a:t>
            </a:r>
            <a:endParaRPr lang="en-CA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23DCFC5C-634B-BB2D-9A98-BCF19D0C74E6}"/>
              </a:ext>
            </a:extLst>
          </p:cNvPr>
          <p:cNvSpPr/>
          <p:nvPr/>
        </p:nvSpPr>
        <p:spPr>
          <a:xfrm>
            <a:off x="1444487" y="450573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23CB6-42FE-CEB2-27EE-97703FCC73CD}"/>
              </a:ext>
            </a:extLst>
          </p:cNvPr>
          <p:cNvSpPr txBox="1"/>
          <p:nvPr/>
        </p:nvSpPr>
        <p:spPr>
          <a:xfrm>
            <a:off x="6162262" y="1703914"/>
            <a:ext cx="53870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MSI Interrupt Logger snoops the CPU response bus to detect interrupts and logs them to an area of memory.</a:t>
            </a:r>
          </a:p>
          <a:p>
            <a:endParaRPr lang="en-US" dirty="0"/>
          </a:p>
          <a:p>
            <a:r>
              <a:rPr lang="en-US" dirty="0"/>
              <a:t>The Logger acts as a bus master and is capable of filtering interrupts which were destined for a particular CPU.</a:t>
            </a:r>
          </a:p>
          <a:p>
            <a:endParaRPr lang="en-US" dirty="0"/>
          </a:p>
          <a:p>
            <a:r>
              <a:rPr lang="en-US" dirty="0"/>
              <a:t>It may also filter responses based on interrupt priority level.</a:t>
            </a:r>
            <a:endParaRPr lang="en-CA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DD4853-54EE-82EA-EB3A-DD561334A62B}"/>
              </a:ext>
            </a:extLst>
          </p:cNvPr>
          <p:cNvSpPr txBox="1"/>
          <p:nvPr/>
        </p:nvSpPr>
        <p:spPr>
          <a:xfrm>
            <a:off x="1494181" y="3331859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Snoop bus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3789913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2663C-97E0-D2F0-9068-4C677C89A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44A2D-5A73-1C3C-AB16-EC0B18E31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98562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A4EDD-0353-00BC-1B3D-E81D5ABEF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CF89-08A8-3AAE-CB01-238E13367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Qupls4: QMSI Interrupt Controller Site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70BFEE-C082-4E28-1FEB-95D884CDED3B}"/>
              </a:ext>
            </a:extLst>
          </p:cNvPr>
          <p:cNvSpPr/>
          <p:nvPr/>
        </p:nvSpPr>
        <p:spPr>
          <a:xfrm>
            <a:off x="106680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D54243-B09A-204C-4774-DEC671769C88}"/>
              </a:ext>
            </a:extLst>
          </p:cNvPr>
          <p:cNvSpPr/>
          <p:nvPr/>
        </p:nvSpPr>
        <p:spPr>
          <a:xfrm>
            <a:off x="216673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C8BCDF-8023-3D1D-EB70-2FDA859E927D}"/>
              </a:ext>
            </a:extLst>
          </p:cNvPr>
          <p:cNvSpPr/>
          <p:nvPr/>
        </p:nvSpPr>
        <p:spPr>
          <a:xfrm>
            <a:off x="326666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F6E1F-C1FA-5E87-BEDA-4DBB4613F887}"/>
              </a:ext>
            </a:extLst>
          </p:cNvPr>
          <p:cNvSpPr/>
          <p:nvPr/>
        </p:nvSpPr>
        <p:spPr>
          <a:xfrm>
            <a:off x="436659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8D61D4-3F90-DE02-BD82-57D2B3956177}"/>
              </a:ext>
            </a:extLst>
          </p:cNvPr>
          <p:cNvSpPr/>
          <p:nvPr/>
        </p:nvSpPr>
        <p:spPr>
          <a:xfrm>
            <a:off x="549966" y="3048000"/>
            <a:ext cx="4976192" cy="1722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Bus</a:t>
            </a:r>
            <a:endParaRPr lang="en-CA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128E77-C497-51E6-43FD-482AE981538B}"/>
              </a:ext>
            </a:extLst>
          </p:cNvPr>
          <p:cNvSpPr/>
          <p:nvPr/>
        </p:nvSpPr>
        <p:spPr>
          <a:xfrm>
            <a:off x="1066799" y="4109036"/>
            <a:ext cx="147098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QMSI IRQ Controller</a:t>
            </a:r>
            <a:endParaRPr lang="en-CA" sz="1200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ACDDA758-E57A-5AAD-7534-BB91881E8BE9}"/>
              </a:ext>
            </a:extLst>
          </p:cNvPr>
          <p:cNvSpPr/>
          <p:nvPr/>
        </p:nvSpPr>
        <p:spPr>
          <a:xfrm rot="10800000">
            <a:off x="4750904" y="264380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76FEA09-196D-47D2-6EA8-797D3AA9A5D1}"/>
              </a:ext>
            </a:extLst>
          </p:cNvPr>
          <p:cNvSpPr/>
          <p:nvPr/>
        </p:nvSpPr>
        <p:spPr>
          <a:xfrm rot="10800000">
            <a:off x="3644347" y="264380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C26710BD-6289-AE29-3E6B-D13C28FE4464}"/>
              </a:ext>
            </a:extLst>
          </p:cNvPr>
          <p:cNvSpPr/>
          <p:nvPr/>
        </p:nvSpPr>
        <p:spPr>
          <a:xfrm rot="10800000">
            <a:off x="2537790" y="2627244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584A745C-C3A4-E002-AEB1-F4B68B32045D}"/>
              </a:ext>
            </a:extLst>
          </p:cNvPr>
          <p:cNvSpPr/>
          <p:nvPr/>
        </p:nvSpPr>
        <p:spPr>
          <a:xfrm rot="10800000">
            <a:off x="1414669" y="2635527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180F3F3E-BA19-CDC7-DE54-3FA6B3210029}"/>
              </a:ext>
            </a:extLst>
          </p:cNvPr>
          <p:cNvSpPr/>
          <p:nvPr/>
        </p:nvSpPr>
        <p:spPr>
          <a:xfrm>
            <a:off x="1414669" y="3233530"/>
            <a:ext cx="159026" cy="8755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14755E-9888-33A1-438C-CE7B3D06E39F}"/>
              </a:ext>
            </a:extLst>
          </p:cNvPr>
          <p:cNvSpPr txBox="1"/>
          <p:nvPr/>
        </p:nvSpPr>
        <p:spPr>
          <a:xfrm>
            <a:off x="6162262" y="1703914"/>
            <a:ext cx="53870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QMSI Interrupt Controller snoops the CPU response bus from the system to detect interrupts. </a:t>
            </a:r>
          </a:p>
          <a:p>
            <a:endParaRPr lang="en-US" dirty="0"/>
          </a:p>
          <a:p>
            <a:r>
              <a:rPr lang="en-US" dirty="0"/>
              <a:t>Detected interrupts are queued in the controller in up to 63 priority queues.</a:t>
            </a:r>
          </a:p>
          <a:p>
            <a:endParaRPr lang="en-US" dirty="0"/>
          </a:p>
          <a:p>
            <a:r>
              <a:rPr lang="en-US" dirty="0"/>
              <a:t>The output of the priority </a:t>
            </a:r>
            <a:r>
              <a:rPr lang="en-US"/>
              <a:t>queues are fed </a:t>
            </a:r>
            <a:r>
              <a:rPr lang="en-US" dirty="0"/>
              <a:t>to the selected cores according to the affinity mask for the interrupt.</a:t>
            </a:r>
          </a:p>
          <a:p>
            <a:endParaRPr lang="en-US" dirty="0"/>
          </a:p>
          <a:p>
            <a:r>
              <a:rPr lang="en-US" dirty="0"/>
              <a:t>Up to 63 CPU cores may be connected to one QMSI IRQ controller.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CE2569-DE6F-04FD-EF3D-99E093147B27}"/>
              </a:ext>
            </a:extLst>
          </p:cNvPr>
          <p:cNvSpPr txBox="1"/>
          <p:nvPr/>
        </p:nvSpPr>
        <p:spPr>
          <a:xfrm>
            <a:off x="692358" y="3265598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Snoop bus</a:t>
            </a:r>
            <a:endParaRPr lang="en-CA" sz="1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FA4C26-312E-A201-8C2F-3C065E9CD738}"/>
              </a:ext>
            </a:extLst>
          </p:cNvPr>
          <p:cNvSpPr/>
          <p:nvPr/>
        </p:nvSpPr>
        <p:spPr>
          <a:xfrm>
            <a:off x="549966" y="3611215"/>
            <a:ext cx="4976192" cy="172279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IRQ Bus</a:t>
            </a:r>
            <a:endParaRPr lang="en-CA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9C908E3-2CAE-3474-6937-AD1F82130F21}"/>
              </a:ext>
            </a:extLst>
          </p:cNvPr>
          <p:cNvSpPr/>
          <p:nvPr/>
        </p:nvSpPr>
        <p:spPr>
          <a:xfrm rot="16200000">
            <a:off x="1980669" y="3883414"/>
            <a:ext cx="329052" cy="129209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AAF7A7E-EEE1-F99C-877D-DEC08D420249}"/>
              </a:ext>
            </a:extLst>
          </p:cNvPr>
          <p:cNvCxnSpPr>
            <a:cxnSpLocks/>
          </p:cNvCxnSpPr>
          <p:nvPr/>
        </p:nvCxnSpPr>
        <p:spPr>
          <a:xfrm flipV="1">
            <a:off x="1729409" y="2643809"/>
            <a:ext cx="0" cy="967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16D473-CC0D-9264-2EE2-E01C4972221E}"/>
              </a:ext>
            </a:extLst>
          </p:cNvPr>
          <p:cNvCxnSpPr/>
          <p:nvPr/>
        </p:nvCxnSpPr>
        <p:spPr>
          <a:xfrm flipV="1">
            <a:off x="2862470" y="2635527"/>
            <a:ext cx="0" cy="97568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71895B9-E428-78D9-A076-2131528E6A9C}"/>
              </a:ext>
            </a:extLst>
          </p:cNvPr>
          <p:cNvCxnSpPr/>
          <p:nvPr/>
        </p:nvCxnSpPr>
        <p:spPr>
          <a:xfrm flipV="1">
            <a:off x="3975652" y="2643809"/>
            <a:ext cx="0" cy="967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E7A16D2-A948-2291-580C-D52E69F0244C}"/>
              </a:ext>
            </a:extLst>
          </p:cNvPr>
          <p:cNvCxnSpPr/>
          <p:nvPr/>
        </p:nvCxnSpPr>
        <p:spPr>
          <a:xfrm flipV="1">
            <a:off x="5121965" y="2643809"/>
            <a:ext cx="0" cy="967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6419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B25B-2706-8EB3-02AB-0A78B390E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Qupls4: Decoding Placement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86A818-5AB2-A7B3-9AD5-B50500991B27}"/>
              </a:ext>
            </a:extLst>
          </p:cNvPr>
          <p:cNvSpPr/>
          <p:nvPr/>
        </p:nvSpPr>
        <p:spPr>
          <a:xfrm>
            <a:off x="318052" y="1743690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Cache</a:t>
            </a:r>
            <a:endParaRPr lang="en-CA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67CC3A-4FBC-0F72-3350-2386E8D8A3DB}"/>
              </a:ext>
            </a:extLst>
          </p:cNvPr>
          <p:cNvSpPr/>
          <p:nvPr/>
        </p:nvSpPr>
        <p:spPr>
          <a:xfrm>
            <a:off x="1630017" y="1743690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(ISA) Align and Extract</a:t>
            </a:r>
            <a:endParaRPr lang="en-CA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743D58-4896-F445-BD37-78B7612220A2}"/>
              </a:ext>
            </a:extLst>
          </p:cNvPr>
          <p:cNvSpPr/>
          <p:nvPr/>
        </p:nvSpPr>
        <p:spPr>
          <a:xfrm>
            <a:off x="3000716" y="1743688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to Micro-op Translator</a:t>
            </a:r>
            <a:endParaRPr lang="en-CA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22FAFC-519B-CDE9-3A1A-0C2D12FEFDE7}"/>
              </a:ext>
            </a:extLst>
          </p:cNvPr>
          <p:cNvSpPr/>
          <p:nvPr/>
        </p:nvSpPr>
        <p:spPr>
          <a:xfrm>
            <a:off x="4371415" y="1743687"/>
            <a:ext cx="808383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Micro-op Decoder</a:t>
            </a:r>
            <a:endParaRPr lang="en-CA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0FC78B-1F47-1554-32F3-B4790B90773E}"/>
              </a:ext>
            </a:extLst>
          </p:cNvPr>
          <p:cNvSpPr/>
          <p:nvPr/>
        </p:nvSpPr>
        <p:spPr>
          <a:xfrm>
            <a:off x="5551148" y="1743686"/>
            <a:ext cx="808383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Register Rename Stage</a:t>
            </a:r>
            <a:endParaRPr lang="en-CA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2F6C3F-EC1A-0305-A8BD-AFF525B3953A}"/>
              </a:ext>
            </a:extLst>
          </p:cNvPr>
          <p:cNvSpPr/>
          <p:nvPr/>
        </p:nvSpPr>
        <p:spPr>
          <a:xfrm>
            <a:off x="6730881" y="1743685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Queue to Re-order Buffer</a:t>
            </a:r>
            <a:endParaRPr lang="en-CA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37097F-8AFF-23C8-015D-7086C5FE92ED}"/>
              </a:ext>
            </a:extLst>
          </p:cNvPr>
          <p:cNvSpPr/>
          <p:nvPr/>
        </p:nvSpPr>
        <p:spPr>
          <a:xfrm>
            <a:off x="7910614" y="1743684"/>
            <a:ext cx="1011996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Dispatcher</a:t>
            </a:r>
            <a:endParaRPr lang="en-CA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8D87D7-5214-4CCF-D911-C164BE726316}"/>
              </a:ext>
            </a:extLst>
          </p:cNvPr>
          <p:cNvSpPr/>
          <p:nvPr/>
        </p:nvSpPr>
        <p:spPr>
          <a:xfrm>
            <a:off x="9169859" y="1743684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35E58A-D186-7F4C-F385-BB8058D5006A}"/>
              </a:ext>
            </a:extLst>
          </p:cNvPr>
          <p:cNvSpPr/>
          <p:nvPr/>
        </p:nvSpPr>
        <p:spPr>
          <a:xfrm>
            <a:off x="9169859" y="2181006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BB82C7-FF8B-4CC1-B399-7617E39E8291}"/>
              </a:ext>
            </a:extLst>
          </p:cNvPr>
          <p:cNvSpPr/>
          <p:nvPr/>
        </p:nvSpPr>
        <p:spPr>
          <a:xfrm>
            <a:off x="9169859" y="2618328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80C16B-509C-8C47-4F5B-BD33BBEC341C}"/>
              </a:ext>
            </a:extLst>
          </p:cNvPr>
          <p:cNvSpPr/>
          <p:nvPr/>
        </p:nvSpPr>
        <p:spPr>
          <a:xfrm>
            <a:off x="9169859" y="3108673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6F122C-2B42-9A9B-F869-E7C10C736D74}"/>
              </a:ext>
            </a:extLst>
          </p:cNvPr>
          <p:cNvSpPr/>
          <p:nvPr/>
        </p:nvSpPr>
        <p:spPr>
          <a:xfrm>
            <a:off x="10660143" y="1743683"/>
            <a:ext cx="909576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Functional Units</a:t>
            </a:r>
            <a:endParaRPr lang="en-CA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909C33-040A-7EE5-16BB-8F7A9D2050AA}"/>
              </a:ext>
            </a:extLst>
          </p:cNvPr>
          <p:cNvSpPr/>
          <p:nvPr/>
        </p:nvSpPr>
        <p:spPr>
          <a:xfrm>
            <a:off x="10708774" y="3022165"/>
            <a:ext cx="812314" cy="636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Micro-op decode</a:t>
            </a:r>
            <a:endParaRPr lang="en-CA" sz="1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61D8EA-02BC-53C3-E9AA-F7B0A2CBBA15}"/>
              </a:ext>
            </a:extLst>
          </p:cNvPr>
          <p:cNvSpPr/>
          <p:nvPr/>
        </p:nvSpPr>
        <p:spPr>
          <a:xfrm>
            <a:off x="10553495" y="2932889"/>
            <a:ext cx="1099931" cy="815008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2EC0335-84F6-6C7A-0E1D-12500B773CEA}"/>
              </a:ext>
            </a:extLst>
          </p:cNvPr>
          <p:cNvSpPr/>
          <p:nvPr/>
        </p:nvSpPr>
        <p:spPr>
          <a:xfrm>
            <a:off x="4225640" y="2359910"/>
            <a:ext cx="1099931" cy="815008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84DD6F-A379-44E7-BC7B-D763C4617FE4}"/>
              </a:ext>
            </a:extLst>
          </p:cNvPr>
          <p:cNvSpPr txBox="1"/>
          <p:nvPr/>
        </p:nvSpPr>
        <p:spPr>
          <a:xfrm>
            <a:off x="6060273" y="415558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Decoding</a:t>
            </a:r>
            <a:endParaRPr lang="en-CA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320FC7F-FFE0-5024-14C0-16F6373EAEBB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250536" y="2701160"/>
            <a:ext cx="3794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69BF54E-88AA-55C7-2ED9-B3A7524AFD41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2562501" y="2701158"/>
            <a:ext cx="438215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786A4B-5358-39A6-A057-ECFE46A8CE54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3933200" y="2701157"/>
            <a:ext cx="4382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C91033-4BB2-E910-2101-054F7F2DB614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79798" y="2701156"/>
            <a:ext cx="3713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B964511-601F-90A7-48C2-DC3D4E6EA607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6359531" y="2701155"/>
            <a:ext cx="3713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06FB71-2337-89CB-835B-EC15D2291E5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7663365" y="2701154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FABF2A9-5106-1EC2-FC6A-669CA5802D3D}"/>
              </a:ext>
            </a:extLst>
          </p:cNvPr>
          <p:cNvCxnSpPr>
            <a:endCxn id="12" idx="1"/>
          </p:cNvCxnSpPr>
          <p:nvPr/>
        </p:nvCxnSpPr>
        <p:spPr>
          <a:xfrm>
            <a:off x="8922610" y="2359910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BAAD784-FE55-0FB6-3124-959CF9453124}"/>
              </a:ext>
            </a:extLst>
          </p:cNvPr>
          <p:cNvCxnSpPr>
            <a:endCxn id="11" idx="1"/>
          </p:cNvCxnSpPr>
          <p:nvPr/>
        </p:nvCxnSpPr>
        <p:spPr>
          <a:xfrm>
            <a:off x="8922610" y="1922588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447E4B4-30D8-9E72-06DA-F9F6E108A9E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8922610" y="2797233"/>
            <a:ext cx="2472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369600B-BABA-FE32-1D1E-1B7FD4A12A14}"/>
              </a:ext>
            </a:extLst>
          </p:cNvPr>
          <p:cNvCxnSpPr>
            <a:endCxn id="14" idx="1"/>
          </p:cNvCxnSpPr>
          <p:nvPr/>
        </p:nvCxnSpPr>
        <p:spPr>
          <a:xfrm>
            <a:off x="8922610" y="3287577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8DAB157-687B-FA64-ABF1-DECCC302E095}"/>
              </a:ext>
            </a:extLst>
          </p:cNvPr>
          <p:cNvCxnSpPr>
            <a:stCxn id="11" idx="3"/>
          </p:cNvCxnSpPr>
          <p:nvPr/>
        </p:nvCxnSpPr>
        <p:spPr>
          <a:xfrm flipV="1">
            <a:off x="10375807" y="1922588"/>
            <a:ext cx="23255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596A18D-32F1-55FE-B292-C63A7CDDAAFF}"/>
              </a:ext>
            </a:extLst>
          </p:cNvPr>
          <p:cNvCxnSpPr>
            <a:stCxn id="12" idx="3"/>
          </p:cNvCxnSpPr>
          <p:nvPr/>
        </p:nvCxnSpPr>
        <p:spPr>
          <a:xfrm flipV="1">
            <a:off x="10375807" y="2359910"/>
            <a:ext cx="2843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C833420-1047-3D23-BE0A-48A352A431B1}"/>
              </a:ext>
            </a:extLst>
          </p:cNvPr>
          <p:cNvCxnSpPr>
            <a:stCxn id="13" idx="3"/>
          </p:cNvCxnSpPr>
          <p:nvPr/>
        </p:nvCxnSpPr>
        <p:spPr>
          <a:xfrm flipV="1">
            <a:off x="10375807" y="2797232"/>
            <a:ext cx="23255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4BC2AE6-1A92-0F7F-1056-54E42B947BFF}"/>
              </a:ext>
            </a:extLst>
          </p:cNvPr>
          <p:cNvCxnSpPr>
            <a:stCxn id="14" idx="3"/>
          </p:cNvCxnSpPr>
          <p:nvPr/>
        </p:nvCxnSpPr>
        <p:spPr>
          <a:xfrm flipV="1">
            <a:off x="10375807" y="3287577"/>
            <a:ext cx="2843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3FE8526-AF2E-5DA2-36AF-D77B3DB40004}"/>
              </a:ext>
            </a:extLst>
          </p:cNvPr>
          <p:cNvCxnSpPr/>
          <p:nvPr/>
        </p:nvCxnSpPr>
        <p:spPr>
          <a:xfrm flipH="1" flipV="1">
            <a:off x="5325571" y="3108673"/>
            <a:ext cx="734702" cy="10469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4FBF3B3-3CB4-E90E-723D-28BCCFAF5D51}"/>
              </a:ext>
            </a:extLst>
          </p:cNvPr>
          <p:cNvCxnSpPr/>
          <p:nvPr/>
        </p:nvCxnSpPr>
        <p:spPr>
          <a:xfrm flipV="1">
            <a:off x="7268817" y="3632130"/>
            <a:ext cx="3249158" cy="59634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19E7C1D-A9AD-16AA-A100-257115DA4B9E}"/>
              </a:ext>
            </a:extLst>
          </p:cNvPr>
          <p:cNvSpPr txBox="1"/>
          <p:nvPr/>
        </p:nvSpPr>
        <p:spPr>
          <a:xfrm>
            <a:off x="437322" y="1196690"/>
            <a:ext cx="11324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Most of the decode takes place in two places. Between micro-op translation and register rename, and in the functional units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2700656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AC9C-E86A-8F9F-ACE5-071E0AA2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1D225-C030-A88E-9267-DF070E4D0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6"/>
            <a:ext cx="10515600" cy="670858"/>
          </a:xfrm>
        </p:spPr>
        <p:txBody>
          <a:bodyPr>
            <a:normAutofit fontScale="90000"/>
          </a:bodyPr>
          <a:lstStyle/>
          <a:p>
            <a:r>
              <a:rPr lang="en-US" dirty="0"/>
              <a:t>Qupls4: Data Cache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2907E-BEA9-76BC-AAEF-981BAB8A1957}"/>
              </a:ext>
            </a:extLst>
          </p:cNvPr>
          <p:cNvSpPr/>
          <p:nvPr/>
        </p:nvSpPr>
        <p:spPr>
          <a:xfrm>
            <a:off x="3755139" y="1837367"/>
            <a:ext cx="1484243" cy="2014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Cache RAM 512 x 512b x 4 way</a:t>
            </a:r>
            <a:endParaRPr lang="en-CA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397E5B-0220-706C-04AF-5389E8DC40C1}"/>
              </a:ext>
            </a:extLst>
          </p:cNvPr>
          <p:cNvSpPr/>
          <p:nvPr/>
        </p:nvSpPr>
        <p:spPr>
          <a:xfrm>
            <a:off x="3755139" y="4030601"/>
            <a:ext cx="1484243" cy="9740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Tag RAM</a:t>
            </a:r>
          </a:p>
          <a:p>
            <a:pPr algn="ctr"/>
            <a:r>
              <a:rPr lang="en-US" dirty="0"/>
              <a:t> 512 x 48b x 4 way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664806-29AA-37C1-DFB8-FEC6C89CCF2D}"/>
              </a:ext>
            </a:extLst>
          </p:cNvPr>
          <p:cNvSpPr/>
          <p:nvPr/>
        </p:nvSpPr>
        <p:spPr>
          <a:xfrm>
            <a:off x="1893209" y="1845366"/>
            <a:ext cx="1265583" cy="3167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Cache Controller</a:t>
            </a:r>
            <a:endParaRPr lang="en-CA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E98186-9016-EFE7-5230-E42597D25EB5}"/>
              </a:ext>
            </a:extLst>
          </p:cNvPr>
          <p:cNvSpPr/>
          <p:nvPr/>
        </p:nvSpPr>
        <p:spPr>
          <a:xfrm>
            <a:off x="3158792" y="2627242"/>
            <a:ext cx="596347" cy="5698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Up-Down 7">
            <a:extLst>
              <a:ext uri="{FF2B5EF4-FFF2-40B4-BE49-F238E27FC236}">
                <a16:creationId xmlns:a16="http://schemas.microsoft.com/office/drawing/2014/main" id="{F2F6CF7F-578C-D677-CECB-00C91CBB6B8E}"/>
              </a:ext>
            </a:extLst>
          </p:cNvPr>
          <p:cNvSpPr/>
          <p:nvPr/>
        </p:nvSpPr>
        <p:spPr>
          <a:xfrm rot="16200000">
            <a:off x="3261497" y="4219444"/>
            <a:ext cx="390939" cy="59634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50B7B3-A68D-E818-7BD2-AC6FD65EE3F8}"/>
              </a:ext>
            </a:extLst>
          </p:cNvPr>
          <p:cNvSpPr/>
          <p:nvPr/>
        </p:nvSpPr>
        <p:spPr>
          <a:xfrm>
            <a:off x="382462" y="1837367"/>
            <a:ext cx="914400" cy="3167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System Bus</a:t>
            </a:r>
          </a:p>
          <a:p>
            <a:pPr algn="ctr"/>
            <a:r>
              <a:rPr lang="en-US" dirty="0"/>
              <a:t>256b wide</a:t>
            </a:r>
            <a:endParaRPr lang="en-CA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7A823A-C254-0155-6A70-CAA7466F160D}"/>
              </a:ext>
            </a:extLst>
          </p:cNvPr>
          <p:cNvSpPr/>
          <p:nvPr/>
        </p:nvSpPr>
        <p:spPr>
          <a:xfrm>
            <a:off x="1296862" y="3144078"/>
            <a:ext cx="596347" cy="5698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0916D4-3B5F-50EB-56B8-2FE1550D08A8}"/>
              </a:ext>
            </a:extLst>
          </p:cNvPr>
          <p:cNvSpPr/>
          <p:nvPr/>
        </p:nvSpPr>
        <p:spPr>
          <a:xfrm>
            <a:off x="5835729" y="1845366"/>
            <a:ext cx="914400" cy="3167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Aligner</a:t>
            </a:r>
            <a:endParaRPr lang="en-CA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677DDD-B737-F274-CC06-D42BA496A9C0}"/>
              </a:ext>
            </a:extLst>
          </p:cNvPr>
          <p:cNvSpPr txBox="1"/>
          <p:nvPr/>
        </p:nvSpPr>
        <p:spPr>
          <a:xfrm>
            <a:off x="272025" y="816113"/>
            <a:ext cx="111141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Two 256b bus cycles are run by the cache controller to full-fill a 512b cache miss request.</a:t>
            </a:r>
          </a:p>
          <a:p>
            <a:endParaRPr lang="en-US" sz="1000" dirty="0"/>
          </a:p>
          <a:p>
            <a:r>
              <a:rPr lang="en-US" sz="1000" dirty="0"/>
              <a:t>The data aligner shifts the data into or from the proper position on the cache line.</a:t>
            </a:r>
          </a:p>
          <a:p>
            <a:endParaRPr lang="en-US" sz="1000" dirty="0"/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F320515B-C048-B3B0-DDFF-449B7E54EF0D}"/>
              </a:ext>
            </a:extLst>
          </p:cNvPr>
          <p:cNvSpPr/>
          <p:nvPr/>
        </p:nvSpPr>
        <p:spPr>
          <a:xfrm rot="16200000">
            <a:off x="5313659" y="2637928"/>
            <a:ext cx="484632" cy="596349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184A65E6-B0FD-E3EA-4E21-168236F88CA3}"/>
              </a:ext>
            </a:extLst>
          </p:cNvPr>
          <p:cNvSpPr/>
          <p:nvPr/>
        </p:nvSpPr>
        <p:spPr>
          <a:xfrm rot="16200000">
            <a:off x="6995914" y="2725387"/>
            <a:ext cx="954773" cy="144634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0E7198-4FB0-5949-B7AA-D94862E804D7}"/>
              </a:ext>
            </a:extLst>
          </p:cNvPr>
          <p:cNvSpPr txBox="1"/>
          <p:nvPr/>
        </p:nvSpPr>
        <p:spPr>
          <a:xfrm>
            <a:off x="7021458" y="2509120"/>
            <a:ext cx="178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 to 512b Data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616794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9D32-C6B7-28EF-74CE-15F8FFD09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Qupls4: Reorder Buffer</a:t>
            </a:r>
            <a:endParaRPr lang="en-CA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864A1F2-123A-850B-3B21-47F855914C43}"/>
              </a:ext>
            </a:extLst>
          </p:cNvPr>
          <p:cNvSpPr/>
          <p:nvPr/>
        </p:nvSpPr>
        <p:spPr>
          <a:xfrm>
            <a:off x="2252868" y="3466453"/>
            <a:ext cx="1928191" cy="19149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65A915-9A5A-648D-F360-1AAD721CF2F6}"/>
              </a:ext>
            </a:extLst>
          </p:cNvPr>
          <p:cNvSpPr/>
          <p:nvPr/>
        </p:nvSpPr>
        <p:spPr>
          <a:xfrm>
            <a:off x="2898912" y="5282001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7255AE-BDB9-A748-7F0C-E97A1FBF0CC1}"/>
              </a:ext>
            </a:extLst>
          </p:cNvPr>
          <p:cNvSpPr/>
          <p:nvPr/>
        </p:nvSpPr>
        <p:spPr>
          <a:xfrm>
            <a:off x="3670851" y="3466453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C0C240-5C0C-52AF-16E3-D08EEB75E984}"/>
              </a:ext>
            </a:extLst>
          </p:cNvPr>
          <p:cNvSpPr/>
          <p:nvPr/>
        </p:nvSpPr>
        <p:spPr>
          <a:xfrm>
            <a:off x="2842588" y="3161653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9B011A-9BAC-FBE7-225E-1EB1F7CC3BE4}"/>
              </a:ext>
            </a:extLst>
          </p:cNvPr>
          <p:cNvSpPr/>
          <p:nvPr/>
        </p:nvSpPr>
        <p:spPr>
          <a:xfrm>
            <a:off x="2037520" y="3569157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615B4-C22D-1B51-18D2-958F358AECED}"/>
              </a:ext>
            </a:extLst>
          </p:cNvPr>
          <p:cNvSpPr/>
          <p:nvPr/>
        </p:nvSpPr>
        <p:spPr>
          <a:xfrm>
            <a:off x="1782416" y="4221826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7F77DC-970B-D4D0-63B8-995288D337E6}"/>
              </a:ext>
            </a:extLst>
          </p:cNvPr>
          <p:cNvSpPr/>
          <p:nvPr/>
        </p:nvSpPr>
        <p:spPr>
          <a:xfrm>
            <a:off x="1997764" y="4899345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740036-9D2E-E467-DCF1-251ECC6234C0}"/>
              </a:ext>
            </a:extLst>
          </p:cNvPr>
          <p:cNvSpPr/>
          <p:nvPr/>
        </p:nvSpPr>
        <p:spPr>
          <a:xfrm>
            <a:off x="4104860" y="4221826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BCD9F3-A52B-993E-6537-E8F022C67E8D}"/>
              </a:ext>
            </a:extLst>
          </p:cNvPr>
          <p:cNvSpPr/>
          <p:nvPr/>
        </p:nvSpPr>
        <p:spPr>
          <a:xfrm>
            <a:off x="3899450" y="4930817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A38B3-80F3-800E-D567-273A93B623F0}"/>
              </a:ext>
            </a:extLst>
          </p:cNvPr>
          <p:cNvSpPr txBox="1"/>
          <p:nvPr/>
        </p:nvSpPr>
        <p:spPr>
          <a:xfrm>
            <a:off x="374983" y="1247621"/>
            <a:ext cx="771512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The reorder buffer is a circular queue with at least 16 entries (not all entries shown below).</a:t>
            </a:r>
          </a:p>
          <a:p>
            <a:endParaRPr lang="en-US" sz="1400" dirty="0"/>
          </a:p>
          <a:p>
            <a:r>
              <a:rPr lang="en-US" sz="1400" dirty="0"/>
              <a:t>Each ROB entry contains information needed to manage the progress of the instruction (micro-op).</a:t>
            </a:r>
          </a:p>
          <a:p>
            <a:endParaRPr lang="en-US" sz="1400" dirty="0"/>
          </a:p>
          <a:p>
            <a:r>
              <a:rPr lang="en-US" sz="1400" dirty="0"/>
              <a:t>Instructions are added at the tail location and committed from the head location.</a:t>
            </a:r>
          </a:p>
          <a:p>
            <a:endParaRPr lang="en-US" sz="1400" dirty="0"/>
          </a:p>
          <a:p>
            <a:r>
              <a:rPr lang="en-US" sz="1400" dirty="0"/>
              <a:t>The head and tail rotate with the tail always behind the head.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3910026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9314</TotalTime>
  <Words>1742</Words>
  <Application>Microsoft Office PowerPoint</Application>
  <PresentationFormat>Widescreen</PresentationFormat>
  <Paragraphs>412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Qupls4: Instruction Cache</vt:lpstr>
      <vt:lpstr>Qupls4: Instruction Fetch Stage (*_fet)</vt:lpstr>
      <vt:lpstr>Qupls4: Instruction Extract Stage (*_mux)</vt:lpstr>
      <vt:lpstr>Qupls4: Decode Stage (*_dec)</vt:lpstr>
      <vt:lpstr>Qupls4: Decode Stage (more)</vt:lpstr>
      <vt:lpstr>Qupls4: Rename Stage (*_ren)</vt:lpstr>
      <vt:lpstr>Qupls4: Execute Stage</vt:lpstr>
      <vt:lpstr>Qupls4: Reservation Stations</vt:lpstr>
      <vt:lpstr>PowerPoint Presentation</vt:lpstr>
      <vt:lpstr>Qupls4: External Interrupt Handling</vt:lpstr>
      <vt:lpstr>Qupls4: MSI Interrupt Logging</vt:lpstr>
      <vt:lpstr>PowerPoint Presentation</vt:lpstr>
      <vt:lpstr>Qupls4: QMSI Interrupt Controller Site</vt:lpstr>
      <vt:lpstr>Qupls4: Decoding Placement</vt:lpstr>
      <vt:lpstr>Qupls4: Data Cache</vt:lpstr>
      <vt:lpstr>Qupls4: Reorder Buffer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3</cp:revision>
  <dcterms:created xsi:type="dcterms:W3CDTF">2025-04-28T15:04:58Z</dcterms:created>
  <dcterms:modified xsi:type="dcterms:W3CDTF">2025-12-05T03:22:50Z</dcterms:modified>
</cp:coreProperties>
</file>