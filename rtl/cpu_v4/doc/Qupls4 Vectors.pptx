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6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43AC41-22A3-4286-97C6-231DED4A0925}" v="10" dt="2025-11-20T05:56:2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7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custSel addSld modSld sldOrd">
      <pc:chgData name="Robert Finch" userId="360118edfabb5ba6" providerId="LiveId" clId="{940D50E2-FEDC-434C-83CF-A13052851249}" dt="2025-11-20T06:01:57.812" v="1745" actId="1076"/>
      <pc:docMkLst>
        <pc:docMk/>
      </pc:docMkLst>
      <pc:sldChg chg="addSp delSp modSp mod">
        <pc:chgData name="Robert Finch" userId="360118edfabb5ba6" providerId="LiveId" clId="{940D50E2-FEDC-434C-83CF-A13052851249}" dt="2025-11-20T05:53:42.754" v="1075" actId="21"/>
        <pc:sldMkLst>
          <pc:docMk/>
          <pc:sldMk cId="2679693265" sldId="256"/>
        </pc:sldMkLst>
        <pc:spChg chg="mod">
          <ac:chgData name="Robert Finch" userId="360118edfabb5ba6" providerId="LiveId" clId="{940D50E2-FEDC-434C-83CF-A13052851249}" dt="2025-11-20T05:53:31.077" v="1073" actId="120"/>
          <ac:spMkLst>
            <pc:docMk/>
            <pc:sldMk cId="2679693265" sldId="256"/>
            <ac:spMk id="2" creationId="{ED101C8F-863B-8033-18EF-1FCE4676EBED}"/>
          </ac:spMkLst>
        </pc:spChg>
        <pc:spChg chg="del mod">
          <ac:chgData name="Robert Finch" userId="360118edfabb5ba6" providerId="LiveId" clId="{940D50E2-FEDC-434C-83CF-A13052851249}" dt="2025-11-20T05:53:42.754" v="1075" actId="21"/>
          <ac:spMkLst>
            <pc:docMk/>
            <pc:sldMk cId="2679693265" sldId="256"/>
            <ac:spMk id="4" creationId="{426AB46F-049D-7CC1-4A7D-7FD19DB20D20}"/>
          </ac:spMkLst>
        </pc:spChg>
        <pc:spChg chg="del mod">
          <ac:chgData name="Robert Finch" userId="360118edfabb5ba6" providerId="LiveId" clId="{940D50E2-FEDC-434C-83CF-A13052851249}" dt="2025-11-20T05:53:42.754" v="1075" actId="21"/>
          <ac:spMkLst>
            <pc:docMk/>
            <pc:sldMk cId="2679693265" sldId="256"/>
            <ac:spMk id="5" creationId="{8E4A2ECE-ADC6-3D99-CFC8-6F5B0418CF8D}"/>
          </ac:spMkLst>
        </pc:spChg>
        <pc:spChg chg="add del mod">
          <ac:chgData name="Robert Finch" userId="360118edfabb5ba6" providerId="LiveId" clId="{940D50E2-FEDC-434C-83CF-A13052851249}" dt="2025-11-20T05:50:57.522" v="970" actId="478"/>
          <ac:spMkLst>
            <pc:docMk/>
            <pc:sldMk cId="2679693265" sldId="256"/>
            <ac:spMk id="6" creationId="{CCF40173-6941-1604-AF8E-391B981E5ECB}"/>
          </ac:spMkLst>
        </pc:spChg>
        <pc:spChg chg="add mod">
          <ac:chgData name="Robert Finch" userId="360118edfabb5ba6" providerId="LiveId" clId="{940D50E2-FEDC-434C-83CF-A13052851249}" dt="2025-11-20T05:51:55.769" v="983" actId="20577"/>
          <ac:spMkLst>
            <pc:docMk/>
            <pc:sldMk cId="2679693265" sldId="256"/>
            <ac:spMk id="7" creationId="{4ACCE069-FB56-AD4F-C807-6B54EC3CDB80}"/>
          </ac:spMkLst>
        </pc:spChg>
        <pc:spChg chg="add mod">
          <ac:chgData name="Robert Finch" userId="360118edfabb5ba6" providerId="LiveId" clId="{940D50E2-FEDC-434C-83CF-A13052851249}" dt="2025-11-20T05:50:26.574" v="966" actId="12"/>
          <ac:spMkLst>
            <pc:docMk/>
            <pc:sldMk cId="2679693265" sldId="256"/>
            <ac:spMk id="8" creationId="{9642E265-1DA8-E4B7-2F6D-A0967ABA1EB1}"/>
          </ac:spMkLst>
        </pc:spChg>
        <pc:spChg chg="add mod">
          <ac:chgData name="Robert Finch" userId="360118edfabb5ba6" providerId="LiveId" clId="{940D50E2-FEDC-434C-83CF-A13052851249}" dt="2025-11-20T05:52:31.583" v="1022" actId="403"/>
          <ac:spMkLst>
            <pc:docMk/>
            <pc:sldMk cId="2679693265" sldId="256"/>
            <ac:spMk id="9" creationId="{B4C42189-7B91-F587-9C04-A8DEB7070A57}"/>
          </ac:spMkLst>
        </pc:spChg>
        <pc:spChg chg="add mod">
          <ac:chgData name="Robert Finch" userId="360118edfabb5ba6" providerId="LiveId" clId="{940D50E2-FEDC-434C-83CF-A13052851249}" dt="2025-11-20T05:53:03.343" v="1070" actId="1076"/>
          <ac:spMkLst>
            <pc:docMk/>
            <pc:sldMk cId="2679693265" sldId="256"/>
            <ac:spMk id="10" creationId="{89F7B0E9-3692-1FF5-B888-D11B74144EDD}"/>
          </ac:spMkLst>
        </pc:spChg>
      </pc:sldChg>
      <pc:sldChg chg="modSp mod">
        <pc:chgData name="Robert Finch" userId="360118edfabb5ba6" providerId="LiveId" clId="{940D50E2-FEDC-434C-83CF-A13052851249}" dt="2025-11-20T05:44:50.611" v="579" actId="20577"/>
        <pc:sldMkLst>
          <pc:docMk/>
          <pc:sldMk cId="3641737488" sldId="257"/>
        </pc:sldMkLst>
        <pc:spChg chg="mod">
          <ac:chgData name="Robert Finch" userId="360118edfabb5ba6" providerId="LiveId" clId="{940D50E2-FEDC-434C-83CF-A13052851249}" dt="2025-11-20T05:42:30.667" v="427" actId="1076"/>
          <ac:spMkLst>
            <pc:docMk/>
            <pc:sldMk cId="3641737488" sldId="257"/>
            <ac:spMk id="3" creationId="{2CBB1EFD-8C75-F69C-1987-CA96A2A3146D}"/>
          </ac:spMkLst>
        </pc:spChg>
        <pc:spChg chg="mod">
          <ac:chgData name="Robert Finch" userId="360118edfabb5ba6" providerId="LiveId" clId="{940D50E2-FEDC-434C-83CF-A13052851249}" dt="2025-11-20T05:42:27.781" v="426" actId="1076"/>
          <ac:spMkLst>
            <pc:docMk/>
            <pc:sldMk cId="3641737488" sldId="257"/>
            <ac:spMk id="4" creationId="{84C5FF63-0824-2F87-B781-1D7ABFE42170}"/>
          </ac:spMkLst>
        </pc:spChg>
        <pc:spChg chg="mod">
          <ac:chgData name="Robert Finch" userId="360118edfabb5ba6" providerId="LiveId" clId="{940D50E2-FEDC-434C-83CF-A13052851249}" dt="2025-11-20T05:44:50.611" v="579" actId="20577"/>
          <ac:spMkLst>
            <pc:docMk/>
            <pc:sldMk cId="3641737488" sldId="257"/>
            <ac:spMk id="5" creationId="{193797D8-8415-3E6F-DD40-2FA9E3C67FAF}"/>
          </ac:spMkLst>
        </pc:spChg>
      </pc:sldChg>
      <pc:sldChg chg="addSp modSp new mod">
        <pc:chgData name="Robert Finch" userId="360118edfabb5ba6" providerId="LiveId" clId="{940D50E2-FEDC-434C-83CF-A13052851249}" dt="2025-11-20T06:01:57.812" v="1745" actId="1076"/>
        <pc:sldMkLst>
          <pc:docMk/>
          <pc:sldMk cId="2158178347" sldId="258"/>
        </pc:sldMkLst>
        <pc:spChg chg="add mod">
          <ac:chgData name="Robert Finch" userId="360118edfabb5ba6" providerId="LiveId" clId="{940D50E2-FEDC-434C-83CF-A13052851249}" dt="2025-11-20T05:53:36.220" v="1074"/>
          <ac:spMkLst>
            <pc:docMk/>
            <pc:sldMk cId="2158178347" sldId="258"/>
            <ac:spMk id="2" creationId="{57A18D4B-7C71-64A3-8A04-8793427D8F59}"/>
          </ac:spMkLst>
        </pc:spChg>
        <pc:spChg chg="add mod">
          <ac:chgData name="Robert Finch" userId="360118edfabb5ba6" providerId="LiveId" clId="{940D50E2-FEDC-434C-83CF-A13052851249}" dt="2025-11-20T05:53:54.080" v="1077" actId="1076"/>
          <ac:spMkLst>
            <pc:docMk/>
            <pc:sldMk cId="2158178347" sldId="258"/>
            <ac:spMk id="4" creationId="{426AB46F-049D-7CC1-4A7D-7FD19DB20D20}"/>
          </ac:spMkLst>
        </pc:spChg>
        <pc:spChg chg="add mod">
          <ac:chgData name="Robert Finch" userId="360118edfabb5ba6" providerId="LiveId" clId="{940D50E2-FEDC-434C-83CF-A13052851249}" dt="2025-11-20T06:01:57.812" v="1745" actId="1076"/>
          <ac:spMkLst>
            <pc:docMk/>
            <pc:sldMk cId="2158178347" sldId="258"/>
            <ac:spMk id="5" creationId="{8E4A2ECE-ADC6-3D99-CFC8-6F5B0418CF8D}"/>
          </ac:spMkLst>
        </pc:spChg>
      </pc:sldChg>
      <pc:sldChg chg="addSp modSp new mod ord">
        <pc:chgData name="Robert Finch" userId="360118edfabb5ba6" providerId="LiveId" clId="{940D50E2-FEDC-434C-83CF-A13052851249}" dt="2025-11-20T06:00:30.352" v="1743" actId="20577"/>
        <pc:sldMkLst>
          <pc:docMk/>
          <pc:sldMk cId="411648674" sldId="259"/>
        </pc:sldMkLst>
        <pc:spChg chg="add mod">
          <ac:chgData name="Robert Finch" userId="360118edfabb5ba6" providerId="LiveId" clId="{940D50E2-FEDC-434C-83CF-A13052851249}" dt="2025-11-20T05:56:25.395" v="1287"/>
          <ac:spMkLst>
            <pc:docMk/>
            <pc:sldMk cId="411648674" sldId="259"/>
            <ac:spMk id="2" creationId="{C9F81E29-553B-EA5B-A7FF-8A92E9423D68}"/>
          </ac:spMkLst>
        </pc:spChg>
        <pc:spChg chg="add mod">
          <ac:chgData name="Robert Finch" userId="360118edfabb5ba6" providerId="LiveId" clId="{940D50E2-FEDC-434C-83CF-A13052851249}" dt="2025-11-20T06:00:30.352" v="1743" actId="20577"/>
          <ac:spMkLst>
            <pc:docMk/>
            <pc:sldMk cId="411648674" sldId="259"/>
            <ac:spMk id="3" creationId="{D03EA1E3-5FBB-34BF-2700-9273669BB2A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6AE1E-7F15-E7C1-8FA0-DD381DDDAD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6160D3-2373-355C-C1E3-47EC54E57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7C8A4-FF77-9F5B-8510-5163470E9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33939-58AE-D473-CF91-E53B9F706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4CCE7-EFAA-4DAD-2A5C-AFB579F18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3355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831A7-DF26-618B-E0A9-440B424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F2A29-37EE-F48D-8100-F08812A0E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4597A-AAB2-C4F5-0A39-1BFE4C66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955F1-A21A-2374-3627-7A4A9AC1A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45BD8-963B-7435-7EE5-AA0B33060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0066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B0A1B-4585-7E71-5327-E632B153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CD9A0D-8A58-A76A-0624-BE39EF361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D62F03-E27E-E12E-DDA0-21239DF0F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38972-D687-4EE4-2EE5-2FB57A52A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321AD2-7F21-B976-AB1F-D54C5C521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2877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2CA1E-212B-FDFB-8FAE-E7504D8F5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CDFF9-6F8B-9BE8-01D4-43C657633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830E3-DE40-9423-9026-F3C72B039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652DA-A6C5-9065-6C7E-16FCB35ED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47C348-D5CB-5321-AD01-78EDFDE98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FEAC81-FC06-E5A2-E56C-A8A6BAF72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1580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D2B26-5A9B-6303-7F9F-230A05534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C7D802-A602-438C-6D8C-FC0356430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32237F-B334-D57C-E373-D29EDB25B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429A9F-5502-550C-E529-7EFBC8E7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292C32-45DB-024D-890C-BD0DA16E1B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BF291C-E8EF-BAFE-EFBB-2543A27E1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F3F27A-8F5B-1B89-1F19-FE3E223A8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7445A7-218D-4A39-C796-F833592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86300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A32CA-E412-4749-D30E-996C3C430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B4C7FF-54F4-6980-7DE8-A05B35F8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C93050-B85E-07D0-B9E1-18E47DCDB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90FD9F-6E9E-D616-760C-1AD1424EF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4220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C58AF5-3083-E86E-E944-8AEC07B27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7412A2-67A8-793F-463D-151D99363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C43BB-5BC6-A9E6-C476-55B6F8511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2596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6A3D0-29A4-E6E2-FB60-938C6D862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0CE11-C435-6AA6-C1DE-3919305C0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0188DE-282C-4E28-21D5-29C4CAE096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48EE5-685D-C15D-3BE7-F427C1027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AD046-A31B-51A0-E7C4-B182C5EB9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A5F37-FFB8-7BAC-F21A-E8A972EB6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884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88028-1FF3-0FC0-5881-D7FD34F7C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C43F11-A38C-058E-BF93-9C27DC7131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3DAF5D-4E08-362F-9F7F-C39081D75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DA745-103D-208E-32AC-4E1BF9459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AC3C10-C4B8-1F8C-5E6C-89F894094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F6BE1C-05C9-B484-2156-5CADB4E4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844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F6660-0D47-28A0-1BA4-A68DE4E2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8A465C-6E70-E24F-D6BB-B760CF442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9024D-89D1-3C14-23B4-1DB2D2725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490E8-8FE9-3EDF-DCA1-FDB8F4C8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2721B-8464-3816-6294-AF8F642C0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12102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400A59-194A-5402-17A7-DE320B1BE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3C342-8471-ACAC-A0BA-470B6EBB9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4B8EF-4AC9-8908-61A6-9F4F64C27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4C0C0-5595-32F7-618B-EC68A77C2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A3544-640F-CA94-4A44-7DCBAA404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744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51F170-7D53-B397-1A6B-A4ED1EF96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E54DE-CD03-9B2C-95F3-B18529862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8A1D2C-4989-C31C-E586-5F88EC8750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286AE6-4560-4D02-878E-D46EF7C26196}" type="datetimeFigureOut">
              <a:rPr lang="en-CA" smtClean="0"/>
              <a:t>2025-11-20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B6953-DE85-3447-1F05-9084B4BCFC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E93B-D390-3879-2A62-692AD99EB2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1EA5F-9090-4A3F-9497-216F6E1324B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394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1E29-553B-EA5B-A7FF-8A92E9423D68}"/>
              </a:ext>
            </a:extLst>
          </p:cNvPr>
          <p:cNvSpPr txBox="1">
            <a:spLocks/>
          </p:cNvSpPr>
          <p:nvPr/>
        </p:nvSpPr>
        <p:spPr>
          <a:xfrm>
            <a:off x="129987" y="100386"/>
            <a:ext cx="11896165" cy="95744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Qupls4 Vectors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3EA1E3-5FBB-34BF-2700-9273669BB2AA}"/>
              </a:ext>
            </a:extLst>
          </p:cNvPr>
          <p:cNvSpPr txBox="1"/>
          <p:nvPr/>
        </p:nvSpPr>
        <p:spPr>
          <a:xfrm>
            <a:off x="547756" y="1126435"/>
            <a:ext cx="1002306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Nomenclature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Vector instructions are specified by indicating a parallel operation as the instruction suffix.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example: ADD.P v1,v2,v3,a0 will perform a masked addition of v2 and v3 placing the result in the v1 register. The general-purpose a0 register is being used to hold a mask.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Sized vector operations may also be specified. Example: ADD.WP v1,v2,v3,a0 will add two vectors containing </a:t>
            </a:r>
            <a:r>
              <a:rPr lang="en-US" dirty="0" err="1"/>
              <a:t>wydes</a:t>
            </a:r>
            <a:r>
              <a:rPr lang="en-US" dirty="0"/>
              <a:t> together.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11648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B1EFD-8C75-F69C-1987-CA96A2A31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730" y="1242529"/>
            <a:ext cx="10515600" cy="44049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Vector Register File</a:t>
            </a:r>
            <a:endParaRPr lang="en-CA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C5FF63-0824-2F87-B781-1D7ABFE42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4" y="47072"/>
            <a:ext cx="10515600" cy="1325563"/>
          </a:xfrm>
        </p:spPr>
        <p:txBody>
          <a:bodyPr/>
          <a:lstStyle/>
          <a:p>
            <a:r>
              <a:rPr lang="en-US" dirty="0"/>
              <a:t>Qupls4 Vectors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797D8-8415-3E6F-DD40-2FA9E3C67FAF}"/>
              </a:ext>
            </a:extLst>
          </p:cNvPr>
          <p:cNvSpPr txBox="1"/>
          <p:nvPr/>
        </p:nvSpPr>
        <p:spPr>
          <a:xfrm>
            <a:off x="1033670" y="1787042"/>
            <a:ext cx="979335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Vector registers are aliased with general purpose registers.</a:t>
            </a:r>
          </a:p>
          <a:p>
            <a:r>
              <a:rPr lang="en-US" dirty="0"/>
              <a:t>Vector registers may be 64, 128, 192, 256, 320, 384, 448 or 512 bits wide.</a:t>
            </a:r>
          </a:p>
          <a:p>
            <a:r>
              <a:rPr lang="en-US" dirty="0"/>
              <a:t>64-bit vectors use just a single 64-bit register, 128 vector registers available</a:t>
            </a:r>
          </a:p>
          <a:p>
            <a:r>
              <a:rPr lang="en-US" dirty="0"/>
              <a:t>128-bit vectors use </a:t>
            </a:r>
            <a:r>
              <a:rPr lang="en-US" dirty="0" err="1"/>
              <a:t>even,odd</a:t>
            </a:r>
            <a:r>
              <a:rPr lang="en-US" dirty="0"/>
              <a:t> pairs of 64-bit registers, 64 vector registers available</a:t>
            </a:r>
          </a:p>
          <a:p>
            <a:r>
              <a:rPr lang="en-US" dirty="0"/>
              <a:t>192-bit vectors use three out of groups of four registers. 32 vector registers are available</a:t>
            </a:r>
          </a:p>
          <a:p>
            <a:r>
              <a:rPr lang="en-US" dirty="0"/>
              <a:t>256-bit vectors use groups of four registers, 16 vector registers are available.</a:t>
            </a:r>
          </a:p>
          <a:p>
            <a:r>
              <a:rPr lang="en-US" dirty="0"/>
              <a:t>320-bit vectors use five out of groups of eight registers. 8 vector registers are available.</a:t>
            </a:r>
          </a:p>
          <a:p>
            <a:r>
              <a:rPr lang="en-US" dirty="0"/>
              <a:t>384-bit vectors use six out of groups of eight registers. 8 vector registers are available.</a:t>
            </a:r>
          </a:p>
          <a:p>
            <a:r>
              <a:rPr lang="en-US" dirty="0"/>
              <a:t>448-bit vectors use seven out of groups of eight registers. 8 vector registers are available.</a:t>
            </a:r>
          </a:p>
          <a:p>
            <a:r>
              <a:rPr lang="en-US" dirty="0"/>
              <a:t>512-bit vectors use groups of eight registers. 8 vector registers are available.</a:t>
            </a:r>
          </a:p>
          <a:p>
            <a:endParaRPr lang="en-US" dirty="0"/>
          </a:p>
          <a:p>
            <a:r>
              <a:rPr lang="en-US" dirty="0"/>
              <a:t>The width of a vector register in use is determined by the number of elements in the register (set in the </a:t>
            </a:r>
            <a:r>
              <a:rPr lang="en-US" dirty="0" err="1"/>
              <a:t>vlen</a:t>
            </a:r>
            <a:r>
              <a:rPr lang="en-US" dirty="0"/>
              <a:t> register) and the vector element size in the VELSZ register. The two quantities are multiplied together then rounded to 64-bit increments. Example: 7 x 32 bit elements needs 224 bits, which is rounded to 256 bits. So, 256-bit vectors would be used, which uses a group of four registers.</a:t>
            </a:r>
          </a:p>
          <a:p>
            <a:r>
              <a:rPr lang="en-US" dirty="0"/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41737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01C8F-863B-8033-18EF-1FCE4676E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987" y="100386"/>
            <a:ext cx="11896165" cy="957449"/>
          </a:xfrm>
        </p:spPr>
        <p:txBody>
          <a:bodyPr/>
          <a:lstStyle/>
          <a:p>
            <a:pPr algn="l"/>
            <a:r>
              <a:rPr lang="en-US" dirty="0"/>
              <a:t>Qupls4 Vectors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CE069-FB56-AD4F-C807-6B54EC3CDB80}"/>
              </a:ext>
            </a:extLst>
          </p:cNvPr>
          <p:cNvSpPr txBox="1"/>
          <p:nvPr/>
        </p:nvSpPr>
        <p:spPr>
          <a:xfrm>
            <a:off x="720035" y="2473834"/>
            <a:ext cx="4822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VLEN 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Specifies the vector length in terms of lanes.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Vectors have a maximum length of 64 lanes.</a:t>
            </a:r>
            <a:endParaRPr lang="en-CA" dirty="0"/>
          </a:p>
          <a:p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2E265-1DA8-E4B7-2F6D-A0967ABA1EB1}"/>
              </a:ext>
            </a:extLst>
          </p:cNvPr>
          <p:cNvSpPr txBox="1"/>
          <p:nvPr/>
        </p:nvSpPr>
        <p:spPr>
          <a:xfrm>
            <a:off x="755374" y="1550504"/>
            <a:ext cx="80293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VELSZ 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register sets the size of a vector lane (or element).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 sizes are 8,16,32 or 64 bits for integers or 16,32,64 or 128 bits for floats.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C42189-7B91-F587-9C04-A8DEB7070A57}"/>
              </a:ext>
            </a:extLst>
          </p:cNvPr>
          <p:cNvSpPr txBox="1"/>
          <p:nvPr/>
        </p:nvSpPr>
        <p:spPr>
          <a:xfrm>
            <a:off x="300382" y="1104001"/>
            <a:ext cx="4350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Special Vector Registers (CSRs)</a:t>
            </a:r>
            <a:endParaRPr lang="en-C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F7B0E9-3692-1FF5-B888-D11B74144EDD}"/>
              </a:ext>
            </a:extLst>
          </p:cNvPr>
          <p:cNvSpPr txBox="1"/>
          <p:nvPr/>
        </p:nvSpPr>
        <p:spPr>
          <a:xfrm>
            <a:off x="755374" y="3442587"/>
            <a:ext cx="5015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product of VELSZ x VLEN cannot exceed 512.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7969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18D4B-7C71-64A3-8A04-8793427D8F59}"/>
              </a:ext>
            </a:extLst>
          </p:cNvPr>
          <p:cNvSpPr txBox="1">
            <a:spLocks/>
          </p:cNvSpPr>
          <p:nvPr/>
        </p:nvSpPr>
        <p:spPr>
          <a:xfrm>
            <a:off x="129987" y="100386"/>
            <a:ext cx="11896165" cy="95744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Qupls4 Vectors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6AB46F-049D-7CC1-4A7D-7FD19DB20D20}"/>
              </a:ext>
            </a:extLst>
          </p:cNvPr>
          <p:cNvSpPr txBox="1"/>
          <p:nvPr/>
        </p:nvSpPr>
        <p:spPr>
          <a:xfrm>
            <a:off x="345034" y="1214199"/>
            <a:ext cx="2591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Masked Execution</a:t>
            </a:r>
            <a:endParaRPr lang="en-CA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A2ECE-ADC6-3D99-CFC8-6F5B0418CF8D}"/>
              </a:ext>
            </a:extLst>
          </p:cNvPr>
          <p:cNvSpPr txBox="1"/>
          <p:nvPr/>
        </p:nvSpPr>
        <p:spPr>
          <a:xfrm>
            <a:off x="624931" y="1777935"/>
            <a:ext cx="105857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Vector operations may be masked so that only the lanes specified are updated during a calculation.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Mask patterns are stored in scalar general-purpose registers.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usual integer instructions may be used to manipulate values.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Masks may also be computed using vector SET instructions: SEQ.P, SNE.P, SLT.P, SLE.P, SLTU.P, SLEU.P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58178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472</Words>
  <Application>Microsoft Office PowerPoint</Application>
  <PresentationFormat>Widescreen</PresentationFormat>
  <Paragraphs>35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Qupls4 Vectors</vt:lpstr>
      <vt:lpstr>Qupls4 Vectors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1</cp:revision>
  <dcterms:created xsi:type="dcterms:W3CDTF">2025-11-20T05:30:03Z</dcterms:created>
  <dcterms:modified xsi:type="dcterms:W3CDTF">2025-11-20T06:02:08Z</dcterms:modified>
</cp:coreProperties>
</file>