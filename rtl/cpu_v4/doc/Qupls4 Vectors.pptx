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6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3AC41-22A3-4286-97C6-231DED4A0925}" v="31" dt="2025-11-23T00:11:33.4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8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Finch" userId="360118edfabb5ba6" providerId="LiveId" clId="{940D50E2-FEDC-434C-83CF-A13052851249}"/>
    <pc:docChg chg="custSel addSld modSld sldOrd">
      <pc:chgData name="Robert Finch" userId="360118edfabb5ba6" providerId="LiveId" clId="{940D50E2-FEDC-434C-83CF-A13052851249}" dt="2025-11-23T00:14:17.985" v="2401" actId="1076"/>
      <pc:docMkLst>
        <pc:docMk/>
      </pc:docMkLst>
      <pc:sldChg chg="addSp delSp modSp mod">
        <pc:chgData name="Robert Finch" userId="360118edfabb5ba6" providerId="LiveId" clId="{940D50E2-FEDC-434C-83CF-A13052851249}" dt="2025-11-20T05:53:42.754" v="1075" actId="21"/>
        <pc:sldMkLst>
          <pc:docMk/>
          <pc:sldMk cId="2679693265" sldId="256"/>
        </pc:sldMkLst>
        <pc:spChg chg="mod">
          <ac:chgData name="Robert Finch" userId="360118edfabb5ba6" providerId="LiveId" clId="{940D50E2-FEDC-434C-83CF-A13052851249}" dt="2025-11-20T05:53:31.077" v="1073" actId="120"/>
          <ac:spMkLst>
            <pc:docMk/>
            <pc:sldMk cId="2679693265" sldId="256"/>
            <ac:spMk id="2" creationId="{ED101C8F-863B-8033-18EF-1FCE4676EBED}"/>
          </ac:spMkLst>
        </pc:spChg>
        <pc:spChg chg="add mod">
          <ac:chgData name="Robert Finch" userId="360118edfabb5ba6" providerId="LiveId" clId="{940D50E2-FEDC-434C-83CF-A13052851249}" dt="2025-11-20T05:51:55.769" v="983" actId="20577"/>
          <ac:spMkLst>
            <pc:docMk/>
            <pc:sldMk cId="2679693265" sldId="256"/>
            <ac:spMk id="7" creationId="{4ACCE069-FB56-AD4F-C807-6B54EC3CDB80}"/>
          </ac:spMkLst>
        </pc:spChg>
        <pc:spChg chg="add mod">
          <ac:chgData name="Robert Finch" userId="360118edfabb5ba6" providerId="LiveId" clId="{940D50E2-FEDC-434C-83CF-A13052851249}" dt="2025-11-20T05:50:26.574" v="966" actId="12"/>
          <ac:spMkLst>
            <pc:docMk/>
            <pc:sldMk cId="2679693265" sldId="256"/>
            <ac:spMk id="8" creationId="{9642E265-1DA8-E4B7-2F6D-A0967ABA1EB1}"/>
          </ac:spMkLst>
        </pc:spChg>
        <pc:spChg chg="add mod">
          <ac:chgData name="Robert Finch" userId="360118edfabb5ba6" providerId="LiveId" clId="{940D50E2-FEDC-434C-83CF-A13052851249}" dt="2025-11-20T05:52:31.583" v="1022" actId="403"/>
          <ac:spMkLst>
            <pc:docMk/>
            <pc:sldMk cId="2679693265" sldId="256"/>
            <ac:spMk id="9" creationId="{B4C42189-7B91-F587-9C04-A8DEB7070A57}"/>
          </ac:spMkLst>
        </pc:spChg>
        <pc:spChg chg="add mod">
          <ac:chgData name="Robert Finch" userId="360118edfabb5ba6" providerId="LiveId" clId="{940D50E2-FEDC-434C-83CF-A13052851249}" dt="2025-11-20T05:53:03.343" v="1070" actId="1076"/>
          <ac:spMkLst>
            <pc:docMk/>
            <pc:sldMk cId="2679693265" sldId="256"/>
            <ac:spMk id="10" creationId="{89F7B0E9-3692-1FF5-B888-D11B74144EDD}"/>
          </ac:spMkLst>
        </pc:spChg>
      </pc:sldChg>
      <pc:sldChg chg="modSp mod">
        <pc:chgData name="Robert Finch" userId="360118edfabb5ba6" providerId="LiveId" clId="{940D50E2-FEDC-434C-83CF-A13052851249}" dt="2025-11-20T05:44:50.611" v="579" actId="20577"/>
        <pc:sldMkLst>
          <pc:docMk/>
          <pc:sldMk cId="3641737488" sldId="257"/>
        </pc:sldMkLst>
        <pc:spChg chg="mod">
          <ac:chgData name="Robert Finch" userId="360118edfabb5ba6" providerId="LiveId" clId="{940D50E2-FEDC-434C-83CF-A13052851249}" dt="2025-11-20T05:42:30.667" v="427" actId="1076"/>
          <ac:spMkLst>
            <pc:docMk/>
            <pc:sldMk cId="3641737488" sldId="257"/>
            <ac:spMk id="3" creationId="{2CBB1EFD-8C75-F69C-1987-CA96A2A3146D}"/>
          </ac:spMkLst>
        </pc:spChg>
        <pc:spChg chg="mod">
          <ac:chgData name="Robert Finch" userId="360118edfabb5ba6" providerId="LiveId" clId="{940D50E2-FEDC-434C-83CF-A13052851249}" dt="2025-11-20T05:42:27.781" v="426" actId="1076"/>
          <ac:spMkLst>
            <pc:docMk/>
            <pc:sldMk cId="3641737488" sldId="257"/>
            <ac:spMk id="4" creationId="{84C5FF63-0824-2F87-B781-1D7ABFE42170}"/>
          </ac:spMkLst>
        </pc:spChg>
        <pc:spChg chg="mod">
          <ac:chgData name="Robert Finch" userId="360118edfabb5ba6" providerId="LiveId" clId="{940D50E2-FEDC-434C-83CF-A13052851249}" dt="2025-11-20T05:44:50.611" v="579" actId="20577"/>
          <ac:spMkLst>
            <pc:docMk/>
            <pc:sldMk cId="3641737488" sldId="257"/>
            <ac:spMk id="5" creationId="{193797D8-8415-3E6F-DD40-2FA9E3C67FAF}"/>
          </ac:spMkLst>
        </pc:spChg>
      </pc:sldChg>
      <pc:sldChg chg="addSp modSp new mod">
        <pc:chgData name="Robert Finch" userId="360118edfabb5ba6" providerId="LiveId" clId="{940D50E2-FEDC-434C-83CF-A13052851249}" dt="2025-11-20T06:01:57.812" v="1745" actId="1076"/>
        <pc:sldMkLst>
          <pc:docMk/>
          <pc:sldMk cId="2158178347" sldId="258"/>
        </pc:sldMkLst>
        <pc:spChg chg="add mod">
          <ac:chgData name="Robert Finch" userId="360118edfabb5ba6" providerId="LiveId" clId="{940D50E2-FEDC-434C-83CF-A13052851249}" dt="2025-11-20T05:53:36.220" v="1074"/>
          <ac:spMkLst>
            <pc:docMk/>
            <pc:sldMk cId="2158178347" sldId="258"/>
            <ac:spMk id="2" creationId="{57A18D4B-7C71-64A3-8A04-8793427D8F59}"/>
          </ac:spMkLst>
        </pc:spChg>
        <pc:spChg chg="add mod">
          <ac:chgData name="Robert Finch" userId="360118edfabb5ba6" providerId="LiveId" clId="{940D50E2-FEDC-434C-83CF-A13052851249}" dt="2025-11-20T05:53:54.080" v="1077" actId="1076"/>
          <ac:spMkLst>
            <pc:docMk/>
            <pc:sldMk cId="2158178347" sldId="258"/>
            <ac:spMk id="4" creationId="{426AB46F-049D-7CC1-4A7D-7FD19DB20D20}"/>
          </ac:spMkLst>
        </pc:spChg>
        <pc:spChg chg="add mod">
          <ac:chgData name="Robert Finch" userId="360118edfabb5ba6" providerId="LiveId" clId="{940D50E2-FEDC-434C-83CF-A13052851249}" dt="2025-11-20T06:01:57.812" v="1745" actId="1076"/>
          <ac:spMkLst>
            <pc:docMk/>
            <pc:sldMk cId="2158178347" sldId="258"/>
            <ac:spMk id="5" creationId="{8E4A2ECE-ADC6-3D99-CFC8-6F5B0418CF8D}"/>
          </ac:spMkLst>
        </pc:spChg>
      </pc:sldChg>
      <pc:sldChg chg="addSp modSp new mod ord">
        <pc:chgData name="Robert Finch" userId="360118edfabb5ba6" providerId="LiveId" clId="{940D50E2-FEDC-434C-83CF-A13052851249}" dt="2025-11-20T06:00:30.352" v="1743" actId="20577"/>
        <pc:sldMkLst>
          <pc:docMk/>
          <pc:sldMk cId="411648674" sldId="259"/>
        </pc:sldMkLst>
        <pc:spChg chg="add mod">
          <ac:chgData name="Robert Finch" userId="360118edfabb5ba6" providerId="LiveId" clId="{940D50E2-FEDC-434C-83CF-A13052851249}" dt="2025-11-20T05:56:25.395" v="1287"/>
          <ac:spMkLst>
            <pc:docMk/>
            <pc:sldMk cId="411648674" sldId="259"/>
            <ac:spMk id="2" creationId="{C9F81E29-553B-EA5B-A7FF-8A92E9423D68}"/>
          </ac:spMkLst>
        </pc:spChg>
        <pc:spChg chg="add mod">
          <ac:chgData name="Robert Finch" userId="360118edfabb5ba6" providerId="LiveId" clId="{940D50E2-FEDC-434C-83CF-A13052851249}" dt="2025-11-20T06:00:30.352" v="1743" actId="20577"/>
          <ac:spMkLst>
            <pc:docMk/>
            <pc:sldMk cId="411648674" sldId="259"/>
            <ac:spMk id="3" creationId="{D03EA1E3-5FBB-34BF-2700-9273669BB2AA}"/>
          </ac:spMkLst>
        </pc:spChg>
      </pc:sldChg>
      <pc:sldChg chg="addSp delSp modSp new mod">
        <pc:chgData name="Robert Finch" userId="360118edfabb5ba6" providerId="LiveId" clId="{940D50E2-FEDC-434C-83CF-A13052851249}" dt="2025-11-23T00:08:39.689" v="2353" actId="1076"/>
        <pc:sldMkLst>
          <pc:docMk/>
          <pc:sldMk cId="1699936056" sldId="260"/>
        </pc:sldMkLst>
        <pc:spChg chg="add del mod">
          <ac:chgData name="Robert Finch" userId="360118edfabb5ba6" providerId="LiveId" clId="{940D50E2-FEDC-434C-83CF-A13052851249}" dt="2025-11-22T23:53:05.163" v="1749"/>
          <ac:spMkLst>
            <pc:docMk/>
            <pc:sldMk cId="1699936056" sldId="260"/>
            <ac:spMk id="2" creationId="{0B4B797D-514F-6E9D-4BAB-C9BA982072A5}"/>
          </ac:spMkLst>
        </pc:spChg>
        <pc:spChg chg="add mod">
          <ac:chgData name="Robert Finch" userId="360118edfabb5ba6" providerId="LiveId" clId="{940D50E2-FEDC-434C-83CF-A13052851249}" dt="2025-11-23T00:00:27.122" v="2151" actId="1076"/>
          <ac:spMkLst>
            <pc:docMk/>
            <pc:sldMk cId="1699936056" sldId="260"/>
            <ac:spMk id="3" creationId="{3D265019-C281-8999-45A5-098FC1725B6F}"/>
          </ac:spMkLst>
        </pc:spChg>
        <pc:spChg chg="add mod">
          <ac:chgData name="Robert Finch" userId="360118edfabb5ba6" providerId="LiveId" clId="{940D50E2-FEDC-434C-83CF-A13052851249}" dt="2025-11-23T00:00:27.122" v="2151" actId="1076"/>
          <ac:spMkLst>
            <pc:docMk/>
            <pc:sldMk cId="1699936056" sldId="260"/>
            <ac:spMk id="4" creationId="{DD916673-FDB8-7A84-B417-D04364704BF4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5" creationId="{2757B766-AEF6-CD93-675D-423CE228B11D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6" creationId="{C55D3D6E-A58F-55BF-7018-78DC564D216F}"/>
          </ac:spMkLst>
        </pc:spChg>
        <pc:spChg chg="add mod">
          <ac:chgData name="Robert Finch" userId="360118edfabb5ba6" providerId="LiveId" clId="{940D50E2-FEDC-434C-83CF-A13052851249}" dt="2025-11-23T00:00:27.122" v="2151" actId="1076"/>
          <ac:spMkLst>
            <pc:docMk/>
            <pc:sldMk cId="1699936056" sldId="260"/>
            <ac:spMk id="7" creationId="{BD923216-FAC7-9EEF-0724-0613BF2400CE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8" creationId="{BED041C7-9F8E-9054-7E08-B22CF44E59DB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9" creationId="{9741DF62-0D70-7627-73AB-87F0D8FE3550}"/>
          </ac:spMkLst>
        </pc:spChg>
        <pc:spChg chg="add mod">
          <ac:chgData name="Robert Finch" userId="360118edfabb5ba6" providerId="LiveId" clId="{940D50E2-FEDC-434C-83CF-A13052851249}" dt="2025-11-23T00:00:27.122" v="2151" actId="1076"/>
          <ac:spMkLst>
            <pc:docMk/>
            <pc:sldMk cId="1699936056" sldId="260"/>
            <ac:spMk id="10" creationId="{BB85FA3F-23E8-3C6F-BA77-F9BA246EC1CC}"/>
          </ac:spMkLst>
        </pc:spChg>
        <pc:spChg chg="add mod">
          <ac:chgData name="Robert Finch" userId="360118edfabb5ba6" providerId="LiveId" clId="{940D50E2-FEDC-434C-83CF-A13052851249}" dt="2025-11-23T00:04:54.251" v="2271" actId="1076"/>
          <ac:spMkLst>
            <pc:docMk/>
            <pc:sldMk cId="1699936056" sldId="260"/>
            <ac:spMk id="11" creationId="{282976CF-FBC8-584F-C4B3-1EAA6A6E70AA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12" creationId="{3ABF6D2B-FB99-1730-9B88-4650DFBF3AA6}"/>
          </ac:spMkLst>
        </pc:spChg>
        <pc:spChg chg="add mod">
          <ac:chgData name="Robert Finch" userId="360118edfabb5ba6" providerId="LiveId" clId="{940D50E2-FEDC-434C-83CF-A13052851249}" dt="2025-11-23T00:07:06.005" v="2330" actId="1076"/>
          <ac:spMkLst>
            <pc:docMk/>
            <pc:sldMk cId="1699936056" sldId="260"/>
            <ac:spMk id="24" creationId="{FBDD72F4-A4C1-D122-9163-CEEDCAC1B4EB}"/>
          </ac:spMkLst>
        </pc:spChg>
        <pc:spChg chg="add mod">
          <ac:chgData name="Robert Finch" userId="360118edfabb5ba6" providerId="LiveId" clId="{940D50E2-FEDC-434C-83CF-A13052851249}" dt="2025-11-22T23:57:32.664" v="1879"/>
          <ac:spMkLst>
            <pc:docMk/>
            <pc:sldMk cId="1699936056" sldId="260"/>
            <ac:spMk id="25" creationId="{F98F6278-E29C-D5D3-F526-9A6DB4620588}"/>
          </ac:spMkLst>
        </pc:spChg>
        <pc:spChg chg="add mod">
          <ac:chgData name="Robert Finch" userId="360118edfabb5ba6" providerId="LiveId" clId="{940D50E2-FEDC-434C-83CF-A13052851249}" dt="2025-11-23T00:04:45.450" v="2270" actId="20577"/>
          <ac:spMkLst>
            <pc:docMk/>
            <pc:sldMk cId="1699936056" sldId="260"/>
            <ac:spMk id="26" creationId="{D565F2F5-CACB-0E77-DF38-517CDC1F0CFD}"/>
          </ac:spMkLst>
        </pc:spChg>
        <pc:spChg chg="add mod">
          <ac:chgData name="Robert Finch" userId="360118edfabb5ba6" providerId="LiveId" clId="{940D50E2-FEDC-434C-83CF-A13052851249}" dt="2025-11-23T00:05:46.883" v="2299" actId="1076"/>
          <ac:spMkLst>
            <pc:docMk/>
            <pc:sldMk cId="1699936056" sldId="260"/>
            <ac:spMk id="27" creationId="{D3A0D9E6-887B-4F95-1AE7-4D1FFE331EFD}"/>
          </ac:spMkLst>
        </pc:spChg>
        <pc:spChg chg="add mod">
          <ac:chgData name="Robert Finch" userId="360118edfabb5ba6" providerId="LiveId" clId="{940D50E2-FEDC-434C-83CF-A13052851249}" dt="2025-11-23T00:00:47.018" v="2157" actId="14100"/>
          <ac:spMkLst>
            <pc:docMk/>
            <pc:sldMk cId="1699936056" sldId="260"/>
            <ac:spMk id="28" creationId="{7D381CFF-44AD-E915-FEBE-15D3AFC3E7ED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29" creationId="{81E016D3-3894-2272-05FD-8D511886BDEA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30" creationId="{2E1AFFA0-F39F-E833-2D64-E28B291201E4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33" creationId="{C377C748-A526-8E9A-182A-C94E7427C830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34" creationId="{14824767-6A07-34B2-6B81-4FD1584F8D8B}"/>
          </ac:spMkLst>
        </pc:spChg>
        <pc:spChg chg="add mod">
          <ac:chgData name="Robert Finch" userId="360118edfabb5ba6" providerId="LiveId" clId="{940D50E2-FEDC-434C-83CF-A13052851249}" dt="2025-11-23T00:06:10.127" v="2312" actId="1076"/>
          <ac:spMkLst>
            <pc:docMk/>
            <pc:sldMk cId="1699936056" sldId="260"/>
            <ac:spMk id="35" creationId="{B5976CF0-6FA8-16D2-82AE-2D5DA15C4412}"/>
          </ac:spMkLst>
        </pc:spChg>
        <pc:spChg chg="add mod">
          <ac:chgData name="Robert Finch" userId="360118edfabb5ba6" providerId="LiveId" clId="{940D50E2-FEDC-434C-83CF-A13052851249}" dt="2025-11-23T00:06:35.070" v="2318" actId="1076"/>
          <ac:spMkLst>
            <pc:docMk/>
            <pc:sldMk cId="1699936056" sldId="260"/>
            <ac:spMk id="36" creationId="{5FA934FC-967F-B561-79D6-B8A31842E792}"/>
          </ac:spMkLst>
        </pc:spChg>
        <pc:spChg chg="add mod">
          <ac:chgData name="Robert Finch" userId="360118edfabb5ba6" providerId="LiveId" clId="{940D50E2-FEDC-434C-83CF-A13052851249}" dt="2025-11-23T00:08:39.689" v="2353" actId="1076"/>
          <ac:spMkLst>
            <pc:docMk/>
            <pc:sldMk cId="1699936056" sldId="260"/>
            <ac:spMk id="38" creationId="{36F05E50-5922-AA95-CEA1-5C080B2F7C6D}"/>
          </ac:spMkLst>
        </pc:spChg>
        <pc:graphicFrameChg chg="add mod">
          <ac:chgData name="Robert Finch" userId="360118edfabb5ba6" providerId="LiveId" clId="{940D50E2-FEDC-434C-83CF-A13052851249}" dt="2025-11-23T00:08:22.195" v="2332" actId="1076"/>
          <ac:graphicFrameMkLst>
            <pc:docMk/>
            <pc:sldMk cId="1699936056" sldId="260"/>
            <ac:graphicFrameMk id="37" creationId="{3D2065E2-F90A-25C5-B3D3-15E1D3EBD26B}"/>
          </ac:graphicFrameMkLst>
        </pc:graphicFrameChg>
        <pc:cxnChg chg="add mod">
          <ac:chgData name="Robert Finch" userId="360118edfabb5ba6" providerId="LiveId" clId="{940D50E2-FEDC-434C-83CF-A13052851249}" dt="2025-11-23T00:04:54.251" v="2271" actId="1076"/>
          <ac:cxnSpMkLst>
            <pc:docMk/>
            <pc:sldMk cId="1699936056" sldId="260"/>
            <ac:cxnSpMk id="14" creationId="{2F8C095D-8DBB-878C-5D61-37A982937862}"/>
          </ac:cxnSpMkLst>
        </pc:cxnChg>
        <pc:cxnChg chg="add">
          <ac:chgData name="Robert Finch" userId="360118edfabb5ba6" providerId="LiveId" clId="{940D50E2-FEDC-434C-83CF-A13052851249}" dt="2025-11-22T23:56:16.576" v="1822" actId="11529"/>
          <ac:cxnSpMkLst>
            <pc:docMk/>
            <pc:sldMk cId="1699936056" sldId="260"/>
            <ac:cxnSpMk id="17" creationId="{02CF5E09-3C1F-2D51-942B-0EEA9BA267E3}"/>
          </ac:cxnSpMkLst>
        </pc:cxnChg>
        <pc:cxnChg chg="add">
          <ac:chgData name="Robert Finch" userId="360118edfabb5ba6" providerId="LiveId" clId="{940D50E2-FEDC-434C-83CF-A13052851249}" dt="2025-11-22T23:56:22.798" v="1823" actId="11529"/>
          <ac:cxnSpMkLst>
            <pc:docMk/>
            <pc:sldMk cId="1699936056" sldId="260"/>
            <ac:cxnSpMk id="19" creationId="{1607C9A0-5166-F21B-542F-8E7252B00C81}"/>
          </ac:cxnSpMkLst>
        </pc:cxnChg>
        <pc:cxnChg chg="add">
          <ac:chgData name="Robert Finch" userId="360118edfabb5ba6" providerId="LiveId" clId="{940D50E2-FEDC-434C-83CF-A13052851249}" dt="2025-11-22T23:56:29.251" v="1824" actId="11529"/>
          <ac:cxnSpMkLst>
            <pc:docMk/>
            <pc:sldMk cId="1699936056" sldId="260"/>
            <ac:cxnSpMk id="21" creationId="{369E0F95-CD07-5DE4-D70B-B1E72F056A65}"/>
          </ac:cxnSpMkLst>
        </pc:cxnChg>
        <pc:cxnChg chg="add">
          <ac:chgData name="Robert Finch" userId="360118edfabb5ba6" providerId="LiveId" clId="{940D50E2-FEDC-434C-83CF-A13052851249}" dt="2025-11-22T23:56:34.849" v="1825" actId="11529"/>
          <ac:cxnSpMkLst>
            <pc:docMk/>
            <pc:sldMk cId="1699936056" sldId="260"/>
            <ac:cxnSpMk id="23" creationId="{CF86FF03-242A-963A-0BBF-897262A85F3C}"/>
          </ac:cxnSpMkLst>
        </pc:cxnChg>
      </pc:sldChg>
      <pc:sldChg chg="addSp delSp modSp add mod">
        <pc:chgData name="Robert Finch" userId="360118edfabb5ba6" providerId="LiveId" clId="{940D50E2-FEDC-434C-83CF-A13052851249}" dt="2025-11-23T00:14:17.985" v="2401" actId="1076"/>
        <pc:sldMkLst>
          <pc:docMk/>
          <pc:sldMk cId="2158676314" sldId="261"/>
        </pc:sldMkLst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3" creationId="{0C27144C-E161-16AF-2F75-07601999C4A1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4" creationId="{969FEC7A-DF77-391B-AFB0-9F862587FF59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7" creationId="{50966088-AC4E-A775-4D9D-5005DB07460A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8" creationId="{BE7773AA-B94A-BB70-ACBB-CB78A1A011B3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9" creationId="{C19D3401-260A-B244-2C43-90D8FEBECAD4}"/>
          </ac:spMkLst>
        </pc:spChg>
        <pc:spChg chg="mod">
          <ac:chgData name="Robert Finch" userId="360118edfabb5ba6" providerId="LiveId" clId="{940D50E2-FEDC-434C-83CF-A13052851249}" dt="2025-11-23T00:13:24.347" v="2393" actId="1076"/>
          <ac:spMkLst>
            <pc:docMk/>
            <pc:sldMk cId="2158676314" sldId="261"/>
            <ac:spMk id="10" creationId="{8D287215-5DBC-D0AF-3161-0E18C324DD1D}"/>
          </ac:spMkLst>
        </pc:spChg>
        <pc:spChg chg="mod">
          <ac:chgData name="Robert Finch" userId="360118edfabb5ba6" providerId="LiveId" clId="{940D50E2-FEDC-434C-83CF-A13052851249}" dt="2025-11-23T00:12:20.280" v="2383" actId="1076"/>
          <ac:spMkLst>
            <pc:docMk/>
            <pc:sldMk cId="2158676314" sldId="261"/>
            <ac:spMk id="11" creationId="{48ADC30E-FE6F-5170-9C4F-53E6883FC9F2}"/>
          </ac:spMkLst>
        </pc:spChg>
        <pc:spChg chg="mod">
          <ac:chgData name="Robert Finch" userId="360118edfabb5ba6" providerId="LiveId" clId="{940D50E2-FEDC-434C-83CF-A13052851249}" dt="2025-11-23T00:13:24.347" v="2393" actId="1076"/>
          <ac:spMkLst>
            <pc:docMk/>
            <pc:sldMk cId="2158676314" sldId="261"/>
            <ac:spMk id="12" creationId="{5B12A6DC-BBC1-A9A2-147C-01B9E927D7AB}"/>
          </ac:spMkLst>
        </pc:spChg>
        <pc:spChg chg="mod">
          <ac:chgData name="Robert Finch" userId="360118edfabb5ba6" providerId="LiveId" clId="{940D50E2-FEDC-434C-83CF-A13052851249}" dt="2025-11-23T00:10:16.706" v="2365" actId="20577"/>
          <ac:spMkLst>
            <pc:docMk/>
            <pc:sldMk cId="2158676314" sldId="261"/>
            <ac:spMk id="24" creationId="{280D2A3D-F63E-F0BF-E55D-0D052F9765D1}"/>
          </ac:spMkLst>
        </pc:spChg>
        <pc:spChg chg="mod">
          <ac:chgData name="Robert Finch" userId="360118edfabb5ba6" providerId="LiveId" clId="{940D50E2-FEDC-434C-83CF-A13052851249}" dt="2025-11-23T00:10:43.754" v="2376" actId="20577"/>
          <ac:spMkLst>
            <pc:docMk/>
            <pc:sldMk cId="2158676314" sldId="261"/>
            <ac:spMk id="26" creationId="{262DC98B-7FAC-5E7F-7468-88688ED7EB06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27" creationId="{3BE61728-DBCD-6AD6-83A6-E3F3C46AFF9E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28" creationId="{B8DEF494-2477-0963-A5FE-8A0A4444D5C9}"/>
          </ac:spMkLst>
        </pc:spChg>
        <pc:spChg chg="mod">
          <ac:chgData name="Robert Finch" userId="360118edfabb5ba6" providerId="LiveId" clId="{940D50E2-FEDC-434C-83CF-A13052851249}" dt="2025-11-23T00:12:40.367" v="2385" actId="1076"/>
          <ac:spMkLst>
            <pc:docMk/>
            <pc:sldMk cId="2158676314" sldId="261"/>
            <ac:spMk id="29" creationId="{64E9ADD8-0BC9-9DA4-8EA0-9C296AA8B94C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30" creationId="{B9EA49EE-7660-4DB4-3990-22C030096D8C}"/>
          </ac:spMkLst>
        </pc:spChg>
        <pc:spChg chg="mod">
          <ac:chgData name="Robert Finch" userId="360118edfabb5ba6" providerId="LiveId" clId="{940D50E2-FEDC-434C-83CF-A13052851249}" dt="2025-11-23T00:13:24.347" v="2393" actId="1076"/>
          <ac:spMkLst>
            <pc:docMk/>
            <pc:sldMk cId="2158676314" sldId="261"/>
            <ac:spMk id="33" creationId="{4DF76EC5-EA41-5165-3F33-68C42F568814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34" creationId="{A4018FD3-15CE-A4B1-3B79-9E15C806C8E8}"/>
          </ac:spMkLst>
        </pc:spChg>
        <pc:spChg chg="mod">
          <ac:chgData name="Robert Finch" userId="360118edfabb5ba6" providerId="LiveId" clId="{940D50E2-FEDC-434C-83CF-A13052851249}" dt="2025-11-23T00:14:17.985" v="2401" actId="1076"/>
          <ac:spMkLst>
            <pc:docMk/>
            <pc:sldMk cId="2158676314" sldId="261"/>
            <ac:spMk id="35" creationId="{2063F728-3E9E-0AB0-FA7C-13721BF1B048}"/>
          </ac:spMkLst>
        </pc:spChg>
        <pc:spChg chg="mod">
          <ac:chgData name="Robert Finch" userId="360118edfabb5ba6" providerId="LiveId" clId="{940D50E2-FEDC-434C-83CF-A13052851249}" dt="2025-11-23T00:13:24.347" v="2393" actId="1076"/>
          <ac:spMkLst>
            <pc:docMk/>
            <pc:sldMk cId="2158676314" sldId="261"/>
            <ac:spMk id="36" creationId="{5E9124A6-D89A-7781-4F79-EDFFFDB7F29E}"/>
          </ac:spMkLst>
        </pc:spChg>
        <pc:graphicFrameChg chg="add mod">
          <ac:chgData name="Robert Finch" userId="360118edfabb5ba6" providerId="LiveId" clId="{940D50E2-FEDC-434C-83CF-A13052851249}" dt="2025-11-23T00:11:28.485" v="2378"/>
          <ac:graphicFrameMkLst>
            <pc:docMk/>
            <pc:sldMk cId="2158676314" sldId="261"/>
            <ac:graphicFrameMk id="2" creationId="{DD856A2D-218D-7102-937C-5EC6E59C6877}"/>
          </ac:graphicFrameMkLst>
        </pc:graphicFrameChg>
        <pc:graphicFrameChg chg="add mod">
          <ac:chgData name="Robert Finch" userId="360118edfabb5ba6" providerId="LiveId" clId="{940D50E2-FEDC-434C-83CF-A13052851249}" dt="2025-11-23T00:14:09.220" v="2400" actId="1076"/>
          <ac:graphicFrameMkLst>
            <pc:docMk/>
            <pc:sldMk cId="2158676314" sldId="261"/>
            <ac:graphicFrameMk id="13" creationId="{6A8053A9-131F-3005-ABDF-F5847E3FCD47}"/>
          </ac:graphicFrameMkLst>
        </pc:graphicFrameChg>
        <pc:graphicFrameChg chg="del">
          <ac:chgData name="Robert Finch" userId="360118edfabb5ba6" providerId="LiveId" clId="{940D50E2-FEDC-434C-83CF-A13052851249}" dt="2025-11-23T00:10:55.203" v="2377" actId="478"/>
          <ac:graphicFrameMkLst>
            <pc:docMk/>
            <pc:sldMk cId="2158676314" sldId="261"/>
            <ac:graphicFrameMk id="37" creationId="{A16A2D74-7189-5837-FBDF-EF69008D376A}"/>
          </ac:graphicFrameMkLst>
        </pc:graphicFrameChg>
        <pc:cxnChg chg="mod">
          <ac:chgData name="Robert Finch" userId="360118edfabb5ba6" providerId="LiveId" clId="{940D50E2-FEDC-434C-83CF-A13052851249}" dt="2025-11-23T00:13:35.452" v="2395" actId="1076"/>
          <ac:cxnSpMkLst>
            <pc:docMk/>
            <pc:sldMk cId="2158676314" sldId="261"/>
            <ac:cxnSpMk id="14" creationId="{FD63B359-6F10-88F7-A56E-B4C1C364CC2D}"/>
          </ac:cxnSpMkLst>
        </pc:cxnChg>
        <pc:cxnChg chg="mod">
          <ac:chgData name="Robert Finch" userId="360118edfabb5ba6" providerId="LiveId" clId="{940D50E2-FEDC-434C-83CF-A13052851249}" dt="2025-11-23T00:13:54.092" v="2399" actId="1076"/>
          <ac:cxnSpMkLst>
            <pc:docMk/>
            <pc:sldMk cId="2158676314" sldId="261"/>
            <ac:cxnSpMk id="17" creationId="{12EF7A99-EDA2-1B51-C34D-6D2078FBC082}"/>
          </ac:cxnSpMkLst>
        </pc:cxnChg>
        <pc:cxnChg chg="mod">
          <ac:chgData name="Robert Finch" userId="360118edfabb5ba6" providerId="LiveId" clId="{940D50E2-FEDC-434C-83CF-A13052851249}" dt="2025-11-23T00:13:49.247" v="2398" actId="1076"/>
          <ac:cxnSpMkLst>
            <pc:docMk/>
            <pc:sldMk cId="2158676314" sldId="261"/>
            <ac:cxnSpMk id="19" creationId="{A0113844-248D-A86C-1E6E-B573C441D2F4}"/>
          </ac:cxnSpMkLst>
        </pc:cxnChg>
        <pc:cxnChg chg="mod">
          <ac:chgData name="Robert Finch" userId="360118edfabb5ba6" providerId="LiveId" clId="{940D50E2-FEDC-434C-83CF-A13052851249}" dt="2025-11-23T00:13:44.320" v="2397" actId="1076"/>
          <ac:cxnSpMkLst>
            <pc:docMk/>
            <pc:sldMk cId="2158676314" sldId="261"/>
            <ac:cxnSpMk id="21" creationId="{69036756-F6F1-FBAA-368A-83B73505C38C}"/>
          </ac:cxnSpMkLst>
        </pc:cxnChg>
        <pc:cxnChg chg="mod">
          <ac:chgData name="Robert Finch" userId="360118edfabb5ba6" providerId="LiveId" clId="{940D50E2-FEDC-434C-83CF-A13052851249}" dt="2025-11-23T00:13:39.954" v="2396" actId="1076"/>
          <ac:cxnSpMkLst>
            <pc:docMk/>
            <pc:sldMk cId="2158676314" sldId="261"/>
            <ac:cxnSpMk id="23" creationId="{013953BD-FADC-5892-E158-32C9E7B4410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6AE1E-7F15-E7C1-8FA0-DD381DDDAD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6160D3-2373-355C-C1E3-47EC54E57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7C8A4-FF77-9F5B-8510-5163470E9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33939-58AE-D473-CF91-E53B9F706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4CCE7-EFAA-4DAD-2A5C-AFB579F1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355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31A7-DF26-618B-E0A9-440B4243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F2A29-37EE-F48D-8100-F08812A0E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4597A-AAB2-C4F5-0A39-1BFE4C66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955F1-A21A-2374-3627-7A4A9AC1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45BD8-963B-7435-7EE5-AA0B33060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0066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B0A1B-4585-7E71-5327-E632B153B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D9A0D-8A58-A76A-0624-BE39EF36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62F03-E27E-E12E-DDA0-21239DF0F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38972-D687-4EE4-2EE5-2FB57A52A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21AD2-7F21-B976-AB1F-D54C5C52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2877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2CA1E-212B-FDFB-8FAE-E7504D8F5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CDFF9-6F8B-9BE8-01D4-43C657633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830E3-DE40-9423-9026-F3C72B039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652DA-A6C5-9065-6C7E-16FCB35E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7C348-D5CB-5321-AD01-78EDFDE9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EAC81-FC06-E5A2-E56C-A8A6BAF7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158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D2B26-5A9B-6303-7F9F-230A0553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7D802-A602-438C-6D8C-FC0356430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2237F-B334-D57C-E373-D29EDB25B9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429A9F-5502-550C-E529-7EFBC8E76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92C32-45DB-024D-890C-BD0DA16E1B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F291C-E8EF-BAFE-EFBB-2543A27E1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3F27A-8F5B-1B89-1F19-FE3E223A8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7445A7-218D-4A39-C796-F833592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630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A32CA-E412-4749-D30E-996C3C430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B4C7FF-54F4-6980-7DE8-A05B35F8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C93050-B85E-07D0-B9E1-18E47DCD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0FD9F-6E9E-D616-760C-1AD1424E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4220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C58AF5-3083-E86E-E944-8AEC07B27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7412A2-67A8-793F-463D-151D99363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C43BB-5BC6-A9E6-C476-55B6F851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2596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6A3D0-29A4-E6E2-FB60-938C6D862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0CE11-C435-6AA6-C1DE-3919305C0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188DE-282C-4E28-21D5-29C4CAE09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48EE5-685D-C15D-3BE7-F427C1027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AD046-A31B-51A0-E7C4-B182C5EB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A5F37-FFB8-7BAC-F21A-E8A972EB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2884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88028-1FF3-0FC0-5881-D7FD34F7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C43F11-A38C-058E-BF93-9C27DC7131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DAF5D-4E08-362F-9F7F-C39081D75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DA745-103D-208E-32AC-4E1BF945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C3C10-C4B8-1F8C-5E6C-89F89409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6BE1C-05C9-B484-2156-5CADB4E46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44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F6660-0D47-28A0-1BA4-A68DE4E2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A465C-6E70-E24F-D6BB-B760CF44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9024D-89D1-3C14-23B4-1DB2D2725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490E8-8FE9-3EDF-DCA1-FDB8F4C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2721B-8464-3816-6294-AF8F642C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2102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00A59-194A-5402-17A7-DE320B1BE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3C342-8471-ACAC-A0BA-470B6EBB9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4B8EF-4AC9-8908-61A6-9F4F64C2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4C0C0-5595-32F7-618B-EC68A77C2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A3544-640F-CA94-4A44-7DCBAA40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744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1F170-7D53-B397-1A6B-A4ED1EF96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E54DE-CD03-9B2C-95F3-B18529862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A1D2C-4989-C31C-E586-5F88EC8750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86AE6-4560-4D02-878E-D46EF7C26196}" type="datetimeFigureOut">
              <a:rPr lang="en-CA" smtClean="0"/>
              <a:t>2025-11-22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B6953-DE85-3447-1F05-9084B4BCFC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E93B-D390-3879-2A62-692AD99EB2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1EA5F-9090-4A3F-9497-216F6E1324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394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1E29-553B-EA5B-A7FF-8A92E9423D68}"/>
              </a:ext>
            </a:extLst>
          </p:cNvPr>
          <p:cNvSpPr txBox="1">
            <a:spLocks/>
          </p:cNvSpPr>
          <p:nvPr/>
        </p:nvSpPr>
        <p:spPr>
          <a:xfrm>
            <a:off x="129987" y="100386"/>
            <a:ext cx="11896165" cy="9574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Qupls4 Vectors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3EA1E3-5FBB-34BF-2700-9273669BB2AA}"/>
              </a:ext>
            </a:extLst>
          </p:cNvPr>
          <p:cNvSpPr txBox="1"/>
          <p:nvPr/>
        </p:nvSpPr>
        <p:spPr>
          <a:xfrm>
            <a:off x="547756" y="1126435"/>
            <a:ext cx="1002306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Nomenclature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 instructions are specified by indicating a parallel operation as the instruction suffix.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 example: ADD.P v1,v2,v3,a0 will perform a masked addition of v2 and v3 placing the result in the v1 register. The general-purpose a0 register is being used to hold a mask.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Sized vector operations may also be specified. Example: ADD.WP v1,v2,v3,a0 will add two vectors containing </a:t>
            </a:r>
            <a:r>
              <a:rPr lang="en-US" dirty="0" err="1"/>
              <a:t>wydes</a:t>
            </a:r>
            <a:r>
              <a:rPr lang="en-US" dirty="0"/>
              <a:t> together.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64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B1EFD-8C75-F69C-1987-CA96A2A31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730" y="1242529"/>
            <a:ext cx="10515600" cy="44049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Vector Register File</a:t>
            </a:r>
            <a:endParaRPr lang="en-CA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C5FF63-0824-2F87-B781-1D7ABFE4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34" y="47072"/>
            <a:ext cx="10515600" cy="1325563"/>
          </a:xfrm>
        </p:spPr>
        <p:txBody>
          <a:bodyPr/>
          <a:lstStyle/>
          <a:p>
            <a:r>
              <a:rPr lang="en-US" dirty="0"/>
              <a:t>Qupls4 Vectors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797D8-8415-3E6F-DD40-2FA9E3C67FAF}"/>
              </a:ext>
            </a:extLst>
          </p:cNvPr>
          <p:cNvSpPr txBox="1"/>
          <p:nvPr/>
        </p:nvSpPr>
        <p:spPr>
          <a:xfrm>
            <a:off x="1033670" y="1787042"/>
            <a:ext cx="979335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Vector registers are aliased with general purpose registers.</a:t>
            </a:r>
          </a:p>
          <a:p>
            <a:r>
              <a:rPr lang="en-US" dirty="0"/>
              <a:t>Vector registers may be 64, 128, 192, 256, 320, 384, 448 or 512 bits wide.</a:t>
            </a:r>
          </a:p>
          <a:p>
            <a:r>
              <a:rPr lang="en-US" dirty="0"/>
              <a:t>64-bit vectors use just a single 64-bit register, 128 vector registers available</a:t>
            </a:r>
          </a:p>
          <a:p>
            <a:r>
              <a:rPr lang="en-US" dirty="0"/>
              <a:t>128-bit vectors use </a:t>
            </a:r>
            <a:r>
              <a:rPr lang="en-US" dirty="0" err="1"/>
              <a:t>even,odd</a:t>
            </a:r>
            <a:r>
              <a:rPr lang="en-US" dirty="0"/>
              <a:t> pairs of 64-bit registers, 64 vector registers available</a:t>
            </a:r>
          </a:p>
          <a:p>
            <a:r>
              <a:rPr lang="en-US" dirty="0"/>
              <a:t>192-bit vectors use three out of groups of four registers. 32 vector registers are available</a:t>
            </a:r>
          </a:p>
          <a:p>
            <a:r>
              <a:rPr lang="en-US" dirty="0"/>
              <a:t>256-bit vectors use groups of four registers, 16 vector registers are available.</a:t>
            </a:r>
          </a:p>
          <a:p>
            <a:r>
              <a:rPr lang="en-US" dirty="0"/>
              <a:t>320-bit vectors use five out of groups of eight registers. 8 vector registers are available.</a:t>
            </a:r>
          </a:p>
          <a:p>
            <a:r>
              <a:rPr lang="en-US" dirty="0"/>
              <a:t>384-bit vectors use six out of groups of eight registers. 8 vector registers are available.</a:t>
            </a:r>
          </a:p>
          <a:p>
            <a:r>
              <a:rPr lang="en-US" dirty="0"/>
              <a:t>448-bit vectors use seven out of groups of eight registers. 8 vector registers are available.</a:t>
            </a:r>
          </a:p>
          <a:p>
            <a:r>
              <a:rPr lang="en-US" dirty="0"/>
              <a:t>512-bit vectors use groups of eight registers. 8 vector registers are available.</a:t>
            </a:r>
          </a:p>
          <a:p>
            <a:endParaRPr lang="en-US" dirty="0"/>
          </a:p>
          <a:p>
            <a:r>
              <a:rPr lang="en-US" dirty="0"/>
              <a:t>The width of a vector register in use is determined by the number of elements in the register (set in the </a:t>
            </a:r>
            <a:r>
              <a:rPr lang="en-US" dirty="0" err="1"/>
              <a:t>vlen</a:t>
            </a:r>
            <a:r>
              <a:rPr lang="en-US" dirty="0"/>
              <a:t> register) and the vector element size in the VELSZ register. The two quantities are multiplied together then rounded to 64-bit increments. Example: 7 x 32 bit elements needs 224 bits, which is rounded to 256 bits. So, 256-bit vectors would be used, which uses a group of four registers.</a:t>
            </a:r>
          </a:p>
          <a:p>
            <a:r>
              <a:rPr lang="en-US" dirty="0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41737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1C8F-863B-8033-18EF-1FCE4676E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987" y="100386"/>
            <a:ext cx="11896165" cy="957449"/>
          </a:xfrm>
        </p:spPr>
        <p:txBody>
          <a:bodyPr/>
          <a:lstStyle/>
          <a:p>
            <a:pPr algn="l"/>
            <a:r>
              <a:rPr lang="en-US" dirty="0"/>
              <a:t>Qupls4 Vectors</a:t>
            </a: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CE069-FB56-AD4F-C807-6B54EC3CDB80}"/>
              </a:ext>
            </a:extLst>
          </p:cNvPr>
          <p:cNvSpPr txBox="1"/>
          <p:nvPr/>
        </p:nvSpPr>
        <p:spPr>
          <a:xfrm>
            <a:off x="720035" y="2473834"/>
            <a:ext cx="4822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VLEN register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Specifies the vector length in terms of lanes.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Vectors have a maximum length of 64 lanes.</a:t>
            </a:r>
            <a:endParaRPr lang="en-CA" dirty="0"/>
          </a:p>
          <a:p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2E265-1DA8-E4B7-2F6D-A0967ABA1EB1}"/>
              </a:ext>
            </a:extLst>
          </p:cNvPr>
          <p:cNvSpPr txBox="1"/>
          <p:nvPr/>
        </p:nvSpPr>
        <p:spPr>
          <a:xfrm>
            <a:off x="755374" y="1550504"/>
            <a:ext cx="80293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VELSZ register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register sets the size of a vector lane (or element).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 sizes are 8,16,32 or 64 bits for integers or 16,32,64 or 128 bits for floats.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C42189-7B91-F587-9C04-A8DEB7070A57}"/>
              </a:ext>
            </a:extLst>
          </p:cNvPr>
          <p:cNvSpPr txBox="1"/>
          <p:nvPr/>
        </p:nvSpPr>
        <p:spPr>
          <a:xfrm>
            <a:off x="300382" y="1104001"/>
            <a:ext cx="4350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Special Vector Registers (CSRs)</a:t>
            </a:r>
            <a:endParaRPr lang="en-CA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F7B0E9-3692-1FF5-B888-D11B74144EDD}"/>
              </a:ext>
            </a:extLst>
          </p:cNvPr>
          <p:cNvSpPr txBox="1"/>
          <p:nvPr/>
        </p:nvSpPr>
        <p:spPr>
          <a:xfrm>
            <a:off x="755374" y="3442587"/>
            <a:ext cx="5015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product of VELSZ x VLEN cannot exceed 512.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79693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8D4B-7C71-64A3-8A04-8793427D8F59}"/>
              </a:ext>
            </a:extLst>
          </p:cNvPr>
          <p:cNvSpPr txBox="1">
            <a:spLocks/>
          </p:cNvSpPr>
          <p:nvPr/>
        </p:nvSpPr>
        <p:spPr>
          <a:xfrm>
            <a:off x="129987" y="100386"/>
            <a:ext cx="11896165" cy="9574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Qupls4 Vectors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6AB46F-049D-7CC1-4A7D-7FD19DB20D20}"/>
              </a:ext>
            </a:extLst>
          </p:cNvPr>
          <p:cNvSpPr txBox="1"/>
          <p:nvPr/>
        </p:nvSpPr>
        <p:spPr>
          <a:xfrm>
            <a:off x="345034" y="1214199"/>
            <a:ext cx="2591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Masked Execution</a:t>
            </a:r>
            <a:endParaRPr lang="en-CA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A2ECE-ADC6-3D99-CFC8-6F5B0418CF8D}"/>
              </a:ext>
            </a:extLst>
          </p:cNvPr>
          <p:cNvSpPr txBox="1"/>
          <p:nvPr/>
        </p:nvSpPr>
        <p:spPr>
          <a:xfrm>
            <a:off x="624931" y="1777935"/>
            <a:ext cx="1058578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Vector operations may be masked so that only the lanes specified are updated during a calculation.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Mask patterns are stored in scalar general-purpose registers.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usual integer instructions may be used to manipulate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Masks may also be computed using vector SET instructions: SEQ.P, SNE.P, SLT.P, SLE.P, SLTU.P, SLEU.P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58178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265019-C281-8999-45A5-098FC1725B6F}"/>
              </a:ext>
            </a:extLst>
          </p:cNvPr>
          <p:cNvSpPr/>
          <p:nvPr/>
        </p:nvSpPr>
        <p:spPr>
          <a:xfrm>
            <a:off x="1474489" y="4566707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3</a:t>
            </a:r>
            <a:endParaRPr lang="en-CA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16673-FDB8-7A84-B417-D04364704BF4}"/>
              </a:ext>
            </a:extLst>
          </p:cNvPr>
          <p:cNvSpPr/>
          <p:nvPr/>
        </p:nvSpPr>
        <p:spPr>
          <a:xfrm>
            <a:off x="2388889" y="4566707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2</a:t>
            </a:r>
            <a:endParaRPr lang="en-CA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57B766-AEF6-CD93-675D-423CE228B11D}"/>
              </a:ext>
            </a:extLst>
          </p:cNvPr>
          <p:cNvSpPr/>
          <p:nvPr/>
        </p:nvSpPr>
        <p:spPr>
          <a:xfrm>
            <a:off x="3303289" y="4566707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1</a:t>
            </a:r>
            <a:endParaRPr lang="en-CA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D3D6E-A58F-55BF-7018-78DC564D216F}"/>
              </a:ext>
            </a:extLst>
          </p:cNvPr>
          <p:cNvSpPr/>
          <p:nvPr/>
        </p:nvSpPr>
        <p:spPr>
          <a:xfrm>
            <a:off x="4217689" y="4566707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0</a:t>
            </a:r>
            <a:endParaRPr lang="en-CA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923216-FAC7-9EEF-0724-0613BF2400CE}"/>
              </a:ext>
            </a:extLst>
          </p:cNvPr>
          <p:cNvSpPr/>
          <p:nvPr/>
        </p:nvSpPr>
        <p:spPr>
          <a:xfrm>
            <a:off x="2388889" y="5271281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3</a:t>
            </a:r>
            <a:endParaRPr lang="en-CA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D041C7-9F8E-9054-7E08-B22CF44E59DB}"/>
              </a:ext>
            </a:extLst>
          </p:cNvPr>
          <p:cNvSpPr/>
          <p:nvPr/>
        </p:nvSpPr>
        <p:spPr>
          <a:xfrm>
            <a:off x="3303289" y="5271281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2</a:t>
            </a:r>
            <a:endParaRPr lang="en-CA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41DF62-0D70-7627-73AB-87F0D8FE3550}"/>
              </a:ext>
            </a:extLst>
          </p:cNvPr>
          <p:cNvSpPr/>
          <p:nvPr/>
        </p:nvSpPr>
        <p:spPr>
          <a:xfrm>
            <a:off x="4217689" y="5271281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1</a:t>
            </a:r>
            <a:endParaRPr lang="en-CA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85FA3F-23E8-3C6F-BA77-F9BA246EC1CC}"/>
              </a:ext>
            </a:extLst>
          </p:cNvPr>
          <p:cNvSpPr/>
          <p:nvPr/>
        </p:nvSpPr>
        <p:spPr>
          <a:xfrm>
            <a:off x="1470072" y="5271281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Carry out</a:t>
            </a:r>
            <a:endParaRPr lang="en-CA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976CF-FBC8-584F-C4B3-1EAA6A6E70AA}"/>
              </a:ext>
            </a:extLst>
          </p:cNvPr>
          <p:cNvSpPr/>
          <p:nvPr/>
        </p:nvSpPr>
        <p:spPr>
          <a:xfrm>
            <a:off x="5132088" y="4566707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Carry In</a:t>
            </a:r>
            <a:endParaRPr lang="en-CA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BF6D2B-FB99-1730-9B88-4650DFBF3AA6}"/>
              </a:ext>
            </a:extLst>
          </p:cNvPr>
          <p:cNvSpPr/>
          <p:nvPr/>
        </p:nvSpPr>
        <p:spPr>
          <a:xfrm>
            <a:off x="5132089" y="5271281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0</a:t>
            </a:r>
            <a:endParaRPr lang="en-CA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8C095D-8DBB-878C-5D61-37A982937862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5589288" y="4871507"/>
            <a:ext cx="1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CF5E09-3C1F-2D51-942B-0EEA9BA267E3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4674889" y="4871507"/>
            <a:ext cx="0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07C9A0-5166-F21B-542F-8E7252B00C81}"/>
              </a:ext>
            </a:extLst>
          </p:cNvPr>
          <p:cNvCxnSpPr>
            <a:stCxn id="5" idx="2"/>
            <a:endCxn id="8" idx="0"/>
          </p:cNvCxnSpPr>
          <p:nvPr/>
        </p:nvCxnSpPr>
        <p:spPr>
          <a:xfrm>
            <a:off x="3760489" y="4871507"/>
            <a:ext cx="0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9E0F95-CD07-5DE4-D70B-B1E72F056A65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2846089" y="4871507"/>
            <a:ext cx="0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F86FF03-242A-963A-0BBF-897262A85F3C}"/>
              </a:ext>
            </a:extLst>
          </p:cNvPr>
          <p:cNvCxnSpPr>
            <a:stCxn id="3" idx="2"/>
            <a:endCxn id="10" idx="0"/>
          </p:cNvCxnSpPr>
          <p:nvPr/>
        </p:nvCxnSpPr>
        <p:spPr>
          <a:xfrm flipH="1">
            <a:off x="1927272" y="4871507"/>
            <a:ext cx="4417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BDD72F4-A4C1-D122-9163-CEEDCAC1B4EB}"/>
              </a:ext>
            </a:extLst>
          </p:cNvPr>
          <p:cNvSpPr txBox="1"/>
          <p:nvPr/>
        </p:nvSpPr>
        <p:spPr>
          <a:xfrm>
            <a:off x="273498" y="1159821"/>
            <a:ext cx="5212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VSHLV</a:t>
            </a:r>
            <a:r>
              <a:rPr lang="en-US" dirty="0"/>
              <a:t> - Vector Shift Left Vector (Vector Slide Up)</a:t>
            </a:r>
            <a:endParaRPr lang="en-CA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98F6278-E29C-D5D3-F526-9A6DB4620588}"/>
              </a:ext>
            </a:extLst>
          </p:cNvPr>
          <p:cNvSpPr txBox="1">
            <a:spLocks/>
          </p:cNvSpPr>
          <p:nvPr/>
        </p:nvSpPr>
        <p:spPr>
          <a:xfrm>
            <a:off x="129987" y="100386"/>
            <a:ext cx="11896165" cy="9574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Qupls4 Vectors</a:t>
            </a:r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65F2F5-CACB-0E77-DF38-517CDC1F0CFD}"/>
              </a:ext>
            </a:extLst>
          </p:cNvPr>
          <p:cNvSpPr txBox="1"/>
          <p:nvPr/>
        </p:nvSpPr>
        <p:spPr>
          <a:xfrm>
            <a:off x="821635" y="1670385"/>
            <a:ext cx="10935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instruction shifts the elements of vector upwards placing the carry out in a scalar register, and inputting</a:t>
            </a:r>
          </a:p>
          <a:p>
            <a:r>
              <a:rPr lang="en-US" dirty="0"/>
              <a:t>The carry in from a scalar register. This instruction may also perform a wide left shift operation, shifting by an arbitrary number of bits. To shift by elements Rs2 should be loaded with a multiple of the element size.</a:t>
            </a:r>
            <a:endParaRPr lang="en-C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A0D9E6-887B-4F95-1AE7-4D1FFE331EFD}"/>
              </a:ext>
            </a:extLst>
          </p:cNvPr>
          <p:cNvSpPr txBox="1"/>
          <p:nvPr/>
        </p:nvSpPr>
        <p:spPr>
          <a:xfrm>
            <a:off x="2639174" y="3907404"/>
            <a:ext cx="136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Rs1 (vector)</a:t>
            </a:r>
            <a:endParaRPr lang="en-CA" dirty="0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7D381CFF-44AD-E915-FEBE-15D3AFC3E7ED}"/>
              </a:ext>
            </a:extLst>
          </p:cNvPr>
          <p:cNvSpPr/>
          <p:nvPr/>
        </p:nvSpPr>
        <p:spPr>
          <a:xfrm rot="5400000">
            <a:off x="3220795" y="2557615"/>
            <a:ext cx="201042" cy="36215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E016D3-3894-2272-05FD-8D511886BDEA}"/>
              </a:ext>
            </a:extLst>
          </p:cNvPr>
          <p:cNvSpPr txBox="1"/>
          <p:nvPr/>
        </p:nvSpPr>
        <p:spPr>
          <a:xfrm>
            <a:off x="5325519" y="3941370"/>
            <a:ext cx="1356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Rs3 (scalar)</a:t>
            </a:r>
            <a:endParaRPr lang="en-CA" dirty="0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2E1AFFA0-F39F-E833-2D64-E28B291201E4}"/>
              </a:ext>
            </a:extLst>
          </p:cNvPr>
          <p:cNvSpPr/>
          <p:nvPr/>
        </p:nvSpPr>
        <p:spPr>
          <a:xfrm rot="5400000">
            <a:off x="5517736" y="3924043"/>
            <a:ext cx="175332" cy="914400"/>
          </a:xfrm>
          <a:prstGeom prst="leftBrace">
            <a:avLst>
              <a:gd name="adj1" fmla="val 8333"/>
              <a:gd name="adj2" fmla="val 490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C377C748-A526-8E9A-182A-C94E7427C830}"/>
              </a:ext>
            </a:extLst>
          </p:cNvPr>
          <p:cNvSpPr/>
          <p:nvPr/>
        </p:nvSpPr>
        <p:spPr>
          <a:xfrm rot="16200000">
            <a:off x="4135194" y="4000933"/>
            <a:ext cx="201042" cy="36215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824767-6A07-34B2-6B81-4FD1584F8D8B}"/>
              </a:ext>
            </a:extLst>
          </p:cNvPr>
          <p:cNvSpPr txBox="1"/>
          <p:nvPr/>
        </p:nvSpPr>
        <p:spPr>
          <a:xfrm>
            <a:off x="3625689" y="5862664"/>
            <a:ext cx="1258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 (vector)</a:t>
            </a:r>
            <a:endParaRPr lang="en-CA" dirty="0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B5976CF0-6FA8-16D2-82AE-2D5DA15C4412}"/>
              </a:ext>
            </a:extLst>
          </p:cNvPr>
          <p:cNvSpPr/>
          <p:nvPr/>
        </p:nvSpPr>
        <p:spPr>
          <a:xfrm rot="16200000">
            <a:off x="1839606" y="5341650"/>
            <a:ext cx="175332" cy="914400"/>
          </a:xfrm>
          <a:prstGeom prst="leftBrace">
            <a:avLst>
              <a:gd name="adj1" fmla="val 8333"/>
              <a:gd name="adj2" fmla="val 490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A934FC-967F-B561-79D6-B8A31842E792}"/>
              </a:ext>
            </a:extLst>
          </p:cNvPr>
          <p:cNvSpPr txBox="1"/>
          <p:nvPr/>
        </p:nvSpPr>
        <p:spPr>
          <a:xfrm>
            <a:off x="1163987" y="5862664"/>
            <a:ext cx="137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Rd2 (scalar)</a:t>
            </a:r>
            <a:endParaRPr lang="en-CA" dirty="0"/>
          </a:p>
        </p:txBody>
      </p:sp>
      <p:graphicFrame>
        <p:nvGraphicFramePr>
          <p:cNvPr id="37" name="Object 36">
            <a:extLst>
              <a:ext uri="{FF2B5EF4-FFF2-40B4-BE49-F238E27FC236}">
                <a16:creationId xmlns:a16="http://schemas.microsoft.com/office/drawing/2014/main" id="{3D2065E2-F90A-25C5-B3D3-15E1D3EBD2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878774"/>
              </p:ext>
            </p:extLst>
          </p:nvPr>
        </p:nvGraphicFramePr>
        <p:xfrm>
          <a:off x="1163987" y="3164148"/>
          <a:ext cx="59404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0848" imgH="767899" progId="Word.Document.12">
                  <p:embed/>
                </p:oleObj>
              </mc:Choice>
              <mc:Fallback>
                <p:oleObj name="Document" r:id="rId2" imgW="5940848" imgH="767899" progId="Word.Document.12">
                  <p:embed/>
                  <p:pic>
                    <p:nvPicPr>
                      <p:cNvPr id="37" name="Object 36">
                        <a:extLst>
                          <a:ext uri="{FF2B5EF4-FFF2-40B4-BE49-F238E27FC236}">
                            <a16:creationId xmlns:a16="http://schemas.microsoft.com/office/drawing/2014/main" id="{3D2065E2-F90A-25C5-B3D3-15E1D3EBD2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63987" y="3164148"/>
                        <a:ext cx="5940425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36F05E50-5922-AA95-CEA1-5C080B2F7C6D}"/>
              </a:ext>
            </a:extLst>
          </p:cNvPr>
          <p:cNvSpPr txBox="1"/>
          <p:nvPr/>
        </p:nvSpPr>
        <p:spPr>
          <a:xfrm>
            <a:off x="215153" y="2803069"/>
            <a:ext cx="2095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 Format: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99936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CF4F9-9972-C609-D96F-0A06E69D4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C27144C-E161-16AF-2F75-07601999C4A1}"/>
              </a:ext>
            </a:extLst>
          </p:cNvPr>
          <p:cNvSpPr/>
          <p:nvPr/>
        </p:nvSpPr>
        <p:spPr>
          <a:xfrm>
            <a:off x="2101890" y="4575542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3</a:t>
            </a:r>
            <a:endParaRPr lang="en-CA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9FEC7A-DF77-391B-AFB0-9F862587FF59}"/>
              </a:ext>
            </a:extLst>
          </p:cNvPr>
          <p:cNvSpPr/>
          <p:nvPr/>
        </p:nvSpPr>
        <p:spPr>
          <a:xfrm>
            <a:off x="3016290" y="4575542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2</a:t>
            </a:r>
            <a:endParaRPr lang="en-CA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7CA601-62E6-05AC-5D08-C94F23CA948A}"/>
              </a:ext>
            </a:extLst>
          </p:cNvPr>
          <p:cNvSpPr/>
          <p:nvPr/>
        </p:nvSpPr>
        <p:spPr>
          <a:xfrm>
            <a:off x="3930690" y="4575542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1</a:t>
            </a:r>
            <a:endParaRPr lang="en-CA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AFF1C6-326A-BD27-EFB4-A704A351C1E3}"/>
              </a:ext>
            </a:extLst>
          </p:cNvPr>
          <p:cNvSpPr/>
          <p:nvPr/>
        </p:nvSpPr>
        <p:spPr>
          <a:xfrm>
            <a:off x="4845090" y="4575542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0</a:t>
            </a:r>
            <a:endParaRPr lang="en-CA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966088-AC4E-A775-4D9D-5005DB07460A}"/>
              </a:ext>
            </a:extLst>
          </p:cNvPr>
          <p:cNvSpPr/>
          <p:nvPr/>
        </p:nvSpPr>
        <p:spPr>
          <a:xfrm>
            <a:off x="1174881" y="5280116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3</a:t>
            </a:r>
            <a:endParaRPr lang="en-CA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7773AA-B94A-BB70-ACBB-CB78A1A011B3}"/>
              </a:ext>
            </a:extLst>
          </p:cNvPr>
          <p:cNvSpPr/>
          <p:nvPr/>
        </p:nvSpPr>
        <p:spPr>
          <a:xfrm>
            <a:off x="2089281" y="5280116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2</a:t>
            </a:r>
            <a:endParaRPr lang="en-CA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9D3401-260A-B244-2C43-90D8FEBECAD4}"/>
              </a:ext>
            </a:extLst>
          </p:cNvPr>
          <p:cNvSpPr/>
          <p:nvPr/>
        </p:nvSpPr>
        <p:spPr>
          <a:xfrm>
            <a:off x="3003681" y="5280116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1</a:t>
            </a:r>
            <a:endParaRPr lang="en-CA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87215-5DBC-D0AF-3161-0E18C324DD1D}"/>
              </a:ext>
            </a:extLst>
          </p:cNvPr>
          <p:cNvSpPr/>
          <p:nvPr/>
        </p:nvSpPr>
        <p:spPr>
          <a:xfrm>
            <a:off x="4832481" y="5280116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Carry out</a:t>
            </a:r>
            <a:endParaRPr lang="en-CA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ADC30E-FE6F-5170-9C4F-53E6883FC9F2}"/>
              </a:ext>
            </a:extLst>
          </p:cNvPr>
          <p:cNvSpPr/>
          <p:nvPr/>
        </p:nvSpPr>
        <p:spPr>
          <a:xfrm>
            <a:off x="1174881" y="4575542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Carry In</a:t>
            </a:r>
            <a:endParaRPr lang="en-CA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12A6DC-BBC1-A9A2-147C-01B9E927D7AB}"/>
              </a:ext>
            </a:extLst>
          </p:cNvPr>
          <p:cNvSpPr/>
          <p:nvPr/>
        </p:nvSpPr>
        <p:spPr>
          <a:xfrm>
            <a:off x="3918081" y="5280116"/>
            <a:ext cx="9144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Lane 0</a:t>
            </a:r>
            <a:endParaRPr lang="en-CA" sz="1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D63B359-6F10-88F7-A56E-B4C1C364CC2D}"/>
              </a:ext>
            </a:extLst>
          </p:cNvPr>
          <p:cNvCxnSpPr>
            <a:cxnSpLocks/>
          </p:cNvCxnSpPr>
          <p:nvPr/>
        </p:nvCxnSpPr>
        <p:spPr>
          <a:xfrm>
            <a:off x="1624534" y="4880342"/>
            <a:ext cx="1" cy="3946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EF7A99-EDA2-1B51-C34D-6D2078FBC082}"/>
              </a:ext>
            </a:extLst>
          </p:cNvPr>
          <p:cNvCxnSpPr>
            <a:cxnSpLocks/>
          </p:cNvCxnSpPr>
          <p:nvPr/>
        </p:nvCxnSpPr>
        <p:spPr>
          <a:xfrm>
            <a:off x="5286552" y="4893198"/>
            <a:ext cx="0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0113844-248D-A86C-1E6E-B573C441D2F4}"/>
              </a:ext>
            </a:extLst>
          </p:cNvPr>
          <p:cNvCxnSpPr>
            <a:cxnSpLocks/>
          </p:cNvCxnSpPr>
          <p:nvPr/>
        </p:nvCxnSpPr>
        <p:spPr>
          <a:xfrm>
            <a:off x="4375281" y="4893198"/>
            <a:ext cx="0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036756-F6F1-FBAA-368A-83B73505C38C}"/>
              </a:ext>
            </a:extLst>
          </p:cNvPr>
          <p:cNvCxnSpPr>
            <a:cxnSpLocks/>
          </p:cNvCxnSpPr>
          <p:nvPr/>
        </p:nvCxnSpPr>
        <p:spPr>
          <a:xfrm>
            <a:off x="3460881" y="4877763"/>
            <a:ext cx="0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3953BD-FADC-5892-E158-32C9E7B4410B}"/>
              </a:ext>
            </a:extLst>
          </p:cNvPr>
          <p:cNvCxnSpPr>
            <a:cxnSpLocks/>
          </p:cNvCxnSpPr>
          <p:nvPr/>
        </p:nvCxnSpPr>
        <p:spPr>
          <a:xfrm flipH="1">
            <a:off x="2534517" y="4893198"/>
            <a:ext cx="4417" cy="3997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80D2A3D-F63E-F0BF-E55D-0D052F9765D1}"/>
              </a:ext>
            </a:extLst>
          </p:cNvPr>
          <p:cNvSpPr txBox="1"/>
          <p:nvPr/>
        </p:nvSpPr>
        <p:spPr>
          <a:xfrm>
            <a:off x="273498" y="1159821"/>
            <a:ext cx="57220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VSHRV</a:t>
            </a:r>
            <a:r>
              <a:rPr lang="en-US" dirty="0"/>
              <a:t> - Vector Shift Right Vector (Vector Slide Down)</a:t>
            </a:r>
            <a:endParaRPr lang="en-CA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99621919-5CC8-2E83-26D2-798CC32A4914}"/>
              </a:ext>
            </a:extLst>
          </p:cNvPr>
          <p:cNvSpPr txBox="1">
            <a:spLocks/>
          </p:cNvSpPr>
          <p:nvPr/>
        </p:nvSpPr>
        <p:spPr>
          <a:xfrm>
            <a:off x="129987" y="100386"/>
            <a:ext cx="11896165" cy="9574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Qupls4 Vectors</a:t>
            </a:r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2DC98B-7FAC-5E7F-7468-88688ED7EB06}"/>
              </a:ext>
            </a:extLst>
          </p:cNvPr>
          <p:cNvSpPr txBox="1"/>
          <p:nvPr/>
        </p:nvSpPr>
        <p:spPr>
          <a:xfrm>
            <a:off x="649357" y="1670385"/>
            <a:ext cx="111078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instruction shifts the elements of vector downwards placing the carry out in a scalar register, and inputting</a:t>
            </a:r>
          </a:p>
          <a:p>
            <a:r>
              <a:rPr lang="en-US" dirty="0"/>
              <a:t>The carry in from a scalar register. This instruction may also perform a wide right shift operation, shifting by an arbitrary number of bits. To shift by elements Rs2 should be loaded with a multiple of the element size.</a:t>
            </a:r>
            <a:endParaRPr lang="en-C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BE61728-DBCD-6AD6-83A6-E3F3C46AFF9E}"/>
              </a:ext>
            </a:extLst>
          </p:cNvPr>
          <p:cNvSpPr txBox="1"/>
          <p:nvPr/>
        </p:nvSpPr>
        <p:spPr>
          <a:xfrm>
            <a:off x="3266575" y="3916239"/>
            <a:ext cx="136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Rs1 (vector)</a:t>
            </a:r>
            <a:endParaRPr lang="en-CA" dirty="0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B8DEF494-2477-0963-A5FE-8A0A4444D5C9}"/>
              </a:ext>
            </a:extLst>
          </p:cNvPr>
          <p:cNvSpPr/>
          <p:nvPr/>
        </p:nvSpPr>
        <p:spPr>
          <a:xfrm rot="5400000">
            <a:off x="3848196" y="2566450"/>
            <a:ext cx="201042" cy="36215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E9ADD8-0BC9-9DA4-8EA0-9C296AA8B94C}"/>
              </a:ext>
            </a:extLst>
          </p:cNvPr>
          <p:cNvSpPr txBox="1"/>
          <p:nvPr/>
        </p:nvSpPr>
        <p:spPr>
          <a:xfrm>
            <a:off x="992190" y="3892148"/>
            <a:ext cx="1356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Rs3 (scalar)</a:t>
            </a:r>
            <a:endParaRPr lang="en-CA" dirty="0"/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B9EA49EE-7660-4DB4-3990-22C030096D8C}"/>
              </a:ext>
            </a:extLst>
          </p:cNvPr>
          <p:cNvSpPr/>
          <p:nvPr/>
        </p:nvSpPr>
        <p:spPr>
          <a:xfrm rot="5400000">
            <a:off x="1544415" y="3920022"/>
            <a:ext cx="175332" cy="914400"/>
          </a:xfrm>
          <a:prstGeom prst="leftBrace">
            <a:avLst>
              <a:gd name="adj1" fmla="val 8333"/>
              <a:gd name="adj2" fmla="val 490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4DF76EC5-EA41-5165-3F33-68C42F568814}"/>
              </a:ext>
            </a:extLst>
          </p:cNvPr>
          <p:cNvSpPr/>
          <p:nvPr/>
        </p:nvSpPr>
        <p:spPr>
          <a:xfrm rot="16200000">
            <a:off x="2921186" y="4009768"/>
            <a:ext cx="201042" cy="362154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018FD3-15CE-A4B1-3B79-9E15C806C8E8}"/>
              </a:ext>
            </a:extLst>
          </p:cNvPr>
          <p:cNvSpPr txBox="1"/>
          <p:nvPr/>
        </p:nvSpPr>
        <p:spPr>
          <a:xfrm>
            <a:off x="2411681" y="5871499"/>
            <a:ext cx="1258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 (vector)</a:t>
            </a:r>
            <a:endParaRPr lang="en-CA" dirty="0"/>
          </a:p>
        </p:txBody>
      </p:sp>
      <p:sp>
        <p:nvSpPr>
          <p:cNvPr id="35" name="Left Brace 34">
            <a:extLst>
              <a:ext uri="{FF2B5EF4-FFF2-40B4-BE49-F238E27FC236}">
                <a16:creationId xmlns:a16="http://schemas.microsoft.com/office/drawing/2014/main" id="{2063F728-3E9E-0AB0-FA7C-13721BF1B048}"/>
              </a:ext>
            </a:extLst>
          </p:cNvPr>
          <p:cNvSpPr/>
          <p:nvPr/>
        </p:nvSpPr>
        <p:spPr>
          <a:xfrm rot="16200000">
            <a:off x="5215267" y="5350485"/>
            <a:ext cx="175332" cy="914400"/>
          </a:xfrm>
          <a:prstGeom prst="leftBrace">
            <a:avLst>
              <a:gd name="adj1" fmla="val 8333"/>
              <a:gd name="adj2" fmla="val 4902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9124A6-D89A-7781-4F79-EDFFFDB7F29E}"/>
              </a:ext>
            </a:extLst>
          </p:cNvPr>
          <p:cNvSpPr txBox="1"/>
          <p:nvPr/>
        </p:nvSpPr>
        <p:spPr>
          <a:xfrm>
            <a:off x="4657720" y="5856278"/>
            <a:ext cx="1374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Rd2 (scalar)</a:t>
            </a:r>
            <a:endParaRPr lang="en-CA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26BF1C-2F1F-DCC9-C988-B30E03CD920C}"/>
              </a:ext>
            </a:extLst>
          </p:cNvPr>
          <p:cNvSpPr txBox="1"/>
          <p:nvPr/>
        </p:nvSpPr>
        <p:spPr>
          <a:xfrm>
            <a:off x="215153" y="2803069"/>
            <a:ext cx="2095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Instruction Format:</a:t>
            </a:r>
            <a:endParaRPr lang="en-CA" dirty="0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6A8053A9-131F-3005-ABDF-F5847E3FCD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454763"/>
              </p:ext>
            </p:extLst>
          </p:nvPr>
        </p:nvGraphicFramePr>
        <p:xfrm>
          <a:off x="762484" y="3235801"/>
          <a:ext cx="594042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0848" imgH="767899" progId="Word.Document.12">
                  <p:embed/>
                </p:oleObj>
              </mc:Choice>
              <mc:Fallback>
                <p:oleObj name="Document" r:id="rId2" imgW="5940848" imgH="767899" progId="Word.Document.12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6A8053A9-131F-3005-ABDF-F5847E3FC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484" y="3235801"/>
                        <a:ext cx="5940425" cy="768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8676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700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Microsoft Word Document</vt:lpstr>
      <vt:lpstr>PowerPoint Presentation</vt:lpstr>
      <vt:lpstr>Qupls4 Vectors</vt:lpstr>
      <vt:lpstr>Qupls4 Vectors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Finch</dc:creator>
  <cp:lastModifiedBy>Robert Finch</cp:lastModifiedBy>
  <cp:revision>1</cp:revision>
  <dcterms:created xsi:type="dcterms:W3CDTF">2025-11-20T05:30:03Z</dcterms:created>
  <dcterms:modified xsi:type="dcterms:W3CDTF">2025-11-23T00:14:18Z</dcterms:modified>
</cp:coreProperties>
</file>