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75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7" autoAdjust="0"/>
    <p:restoredTop sz="94660"/>
  </p:normalViewPr>
  <p:slideViewPr>
    <p:cSldViewPr snapToGrid="0">
      <p:cViewPr varScale="1">
        <p:scale>
          <a:sx n="93" d="100"/>
          <a:sy n="93" d="100"/>
        </p:scale>
        <p:origin x="524" y="2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79DE2-02C4-445E-509D-3E9682DD71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DCB148C0-EE05-2B99-5CF7-80122633A7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B4E77FF6-3951-DF87-0BE7-B1A8997B4D0F}"/>
              </a:ext>
            </a:extLst>
          </p:cNvPr>
          <p:cNvSpPr>
            <a:spLocks noGrp="1"/>
          </p:cNvSpPr>
          <p:nvPr>
            <p:ph type="dt" sz="half" idx="10"/>
          </p:nvPr>
        </p:nvSpPr>
        <p:spPr/>
        <p:txBody>
          <a:bodyPr/>
          <a:lstStyle/>
          <a:p>
            <a:fld id="{5C1BB180-E655-4F84-ADB1-5C526217686B}" type="datetimeFigureOut">
              <a:rPr lang="en-CA" smtClean="0"/>
              <a:t>2025-12-02</a:t>
            </a:fld>
            <a:endParaRPr lang="en-CA"/>
          </a:p>
        </p:txBody>
      </p:sp>
      <p:sp>
        <p:nvSpPr>
          <p:cNvPr id="5" name="Footer Placeholder 4">
            <a:extLst>
              <a:ext uri="{FF2B5EF4-FFF2-40B4-BE49-F238E27FC236}">
                <a16:creationId xmlns:a16="http://schemas.microsoft.com/office/drawing/2014/main" id="{A57EBAC3-BCC8-F66A-CDBE-EE2F0F61957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C321F64-6C90-4DF7-8C37-67CA2F5A871B}"/>
              </a:ext>
            </a:extLst>
          </p:cNvPr>
          <p:cNvSpPr>
            <a:spLocks noGrp="1"/>
          </p:cNvSpPr>
          <p:nvPr>
            <p:ph type="sldNum" sz="quarter" idx="12"/>
          </p:nvPr>
        </p:nvSpPr>
        <p:spPr/>
        <p:txBody>
          <a:bodyPr/>
          <a:lstStyle/>
          <a:p>
            <a:fld id="{C3B6CA51-A3F7-4473-9C36-ED9F85EEE23E}" type="slidenum">
              <a:rPr lang="en-CA" smtClean="0"/>
              <a:t>‹#›</a:t>
            </a:fld>
            <a:endParaRPr lang="en-CA"/>
          </a:p>
        </p:txBody>
      </p:sp>
    </p:spTree>
    <p:extLst>
      <p:ext uri="{BB962C8B-B14F-4D97-AF65-F5344CB8AC3E}">
        <p14:creationId xmlns:p14="http://schemas.microsoft.com/office/powerpoint/2010/main" val="135538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FABB5-6318-4E94-1A50-BE8069710313}"/>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5FFF88FC-0CEF-21F5-3DE5-E9B7D47BE1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E6C992B-E22A-18B1-E9D1-40D1E9CD840F}"/>
              </a:ext>
            </a:extLst>
          </p:cNvPr>
          <p:cNvSpPr>
            <a:spLocks noGrp="1"/>
          </p:cNvSpPr>
          <p:nvPr>
            <p:ph type="dt" sz="half" idx="10"/>
          </p:nvPr>
        </p:nvSpPr>
        <p:spPr/>
        <p:txBody>
          <a:bodyPr/>
          <a:lstStyle/>
          <a:p>
            <a:fld id="{5C1BB180-E655-4F84-ADB1-5C526217686B}" type="datetimeFigureOut">
              <a:rPr lang="en-CA" smtClean="0"/>
              <a:t>2025-12-02</a:t>
            </a:fld>
            <a:endParaRPr lang="en-CA"/>
          </a:p>
        </p:txBody>
      </p:sp>
      <p:sp>
        <p:nvSpPr>
          <p:cNvPr id="5" name="Footer Placeholder 4">
            <a:extLst>
              <a:ext uri="{FF2B5EF4-FFF2-40B4-BE49-F238E27FC236}">
                <a16:creationId xmlns:a16="http://schemas.microsoft.com/office/drawing/2014/main" id="{0E88346A-AC3A-2161-8654-AA8E398EDE3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051B3ACE-D001-A25F-49FA-A306685AAE27}"/>
              </a:ext>
            </a:extLst>
          </p:cNvPr>
          <p:cNvSpPr>
            <a:spLocks noGrp="1"/>
          </p:cNvSpPr>
          <p:nvPr>
            <p:ph type="sldNum" sz="quarter" idx="12"/>
          </p:nvPr>
        </p:nvSpPr>
        <p:spPr/>
        <p:txBody>
          <a:bodyPr/>
          <a:lstStyle/>
          <a:p>
            <a:fld id="{C3B6CA51-A3F7-4473-9C36-ED9F85EEE23E}" type="slidenum">
              <a:rPr lang="en-CA" smtClean="0"/>
              <a:t>‹#›</a:t>
            </a:fld>
            <a:endParaRPr lang="en-CA"/>
          </a:p>
        </p:txBody>
      </p:sp>
    </p:spTree>
    <p:extLst>
      <p:ext uri="{BB962C8B-B14F-4D97-AF65-F5344CB8AC3E}">
        <p14:creationId xmlns:p14="http://schemas.microsoft.com/office/powerpoint/2010/main" val="2394646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A53A4-66F1-1CB8-B6D8-04BF2C607A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89DF015F-5BBD-3827-CDF9-0F0B8DB5FC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3F0B4C-608D-66C6-0113-92599A33C0F8}"/>
              </a:ext>
            </a:extLst>
          </p:cNvPr>
          <p:cNvSpPr>
            <a:spLocks noGrp="1"/>
          </p:cNvSpPr>
          <p:nvPr>
            <p:ph type="dt" sz="half" idx="10"/>
          </p:nvPr>
        </p:nvSpPr>
        <p:spPr/>
        <p:txBody>
          <a:bodyPr/>
          <a:lstStyle/>
          <a:p>
            <a:fld id="{5C1BB180-E655-4F84-ADB1-5C526217686B}" type="datetimeFigureOut">
              <a:rPr lang="en-CA" smtClean="0"/>
              <a:t>2025-12-02</a:t>
            </a:fld>
            <a:endParaRPr lang="en-CA"/>
          </a:p>
        </p:txBody>
      </p:sp>
      <p:sp>
        <p:nvSpPr>
          <p:cNvPr id="5" name="Footer Placeholder 4">
            <a:extLst>
              <a:ext uri="{FF2B5EF4-FFF2-40B4-BE49-F238E27FC236}">
                <a16:creationId xmlns:a16="http://schemas.microsoft.com/office/drawing/2014/main" id="{1EE7557C-39B2-FB34-6E40-3BD0A0AC032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A037857-D591-A26E-5C9D-823651EADA63}"/>
              </a:ext>
            </a:extLst>
          </p:cNvPr>
          <p:cNvSpPr>
            <a:spLocks noGrp="1"/>
          </p:cNvSpPr>
          <p:nvPr>
            <p:ph type="sldNum" sz="quarter" idx="12"/>
          </p:nvPr>
        </p:nvSpPr>
        <p:spPr/>
        <p:txBody>
          <a:bodyPr/>
          <a:lstStyle/>
          <a:p>
            <a:fld id="{C3B6CA51-A3F7-4473-9C36-ED9F85EEE23E}" type="slidenum">
              <a:rPr lang="en-CA" smtClean="0"/>
              <a:t>‹#›</a:t>
            </a:fld>
            <a:endParaRPr lang="en-CA"/>
          </a:p>
        </p:txBody>
      </p:sp>
    </p:spTree>
    <p:extLst>
      <p:ext uri="{BB962C8B-B14F-4D97-AF65-F5344CB8AC3E}">
        <p14:creationId xmlns:p14="http://schemas.microsoft.com/office/powerpoint/2010/main" val="185704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7E521-685A-5788-ED49-32BEB3BB47E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271405A8-DC90-525D-9529-DF5E0BD8EB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7831EBD0-E5C1-83D0-2874-D5C30925DD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6D3F5679-1EB2-770B-1AF7-4860D0206F5B}"/>
              </a:ext>
            </a:extLst>
          </p:cNvPr>
          <p:cNvSpPr>
            <a:spLocks noGrp="1"/>
          </p:cNvSpPr>
          <p:nvPr>
            <p:ph type="dt" sz="half" idx="10"/>
          </p:nvPr>
        </p:nvSpPr>
        <p:spPr/>
        <p:txBody>
          <a:bodyPr/>
          <a:lstStyle/>
          <a:p>
            <a:fld id="{5C1BB180-E655-4F84-ADB1-5C526217686B}" type="datetimeFigureOut">
              <a:rPr lang="en-CA" smtClean="0"/>
              <a:t>2025-12-02</a:t>
            </a:fld>
            <a:endParaRPr lang="en-CA"/>
          </a:p>
        </p:txBody>
      </p:sp>
      <p:sp>
        <p:nvSpPr>
          <p:cNvPr id="6" name="Footer Placeholder 5">
            <a:extLst>
              <a:ext uri="{FF2B5EF4-FFF2-40B4-BE49-F238E27FC236}">
                <a16:creationId xmlns:a16="http://schemas.microsoft.com/office/drawing/2014/main" id="{D04008AC-5BC6-1507-A308-8324FB3AF37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B5A9586-05BA-6499-92CC-52010D00A66F}"/>
              </a:ext>
            </a:extLst>
          </p:cNvPr>
          <p:cNvSpPr>
            <a:spLocks noGrp="1"/>
          </p:cNvSpPr>
          <p:nvPr>
            <p:ph type="sldNum" sz="quarter" idx="12"/>
          </p:nvPr>
        </p:nvSpPr>
        <p:spPr/>
        <p:txBody>
          <a:bodyPr/>
          <a:lstStyle/>
          <a:p>
            <a:fld id="{C3B6CA51-A3F7-4473-9C36-ED9F85EEE23E}" type="slidenum">
              <a:rPr lang="en-CA" smtClean="0"/>
              <a:t>‹#›</a:t>
            </a:fld>
            <a:endParaRPr lang="en-CA"/>
          </a:p>
        </p:txBody>
      </p:sp>
    </p:spTree>
    <p:extLst>
      <p:ext uri="{BB962C8B-B14F-4D97-AF65-F5344CB8AC3E}">
        <p14:creationId xmlns:p14="http://schemas.microsoft.com/office/powerpoint/2010/main" val="4060157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088D9-EF8E-B586-4C9D-DF5CED9544BF}"/>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CBBBD1B3-080A-840B-FF69-9471C2534A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60F992-348D-162F-F028-4FB3B646EF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5431ACC6-D872-66A3-3205-D08B16AE57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2433E2-B843-BEFD-6D88-419843B359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DFCBE1BE-6391-563A-82CF-3B63986E409A}"/>
              </a:ext>
            </a:extLst>
          </p:cNvPr>
          <p:cNvSpPr>
            <a:spLocks noGrp="1"/>
          </p:cNvSpPr>
          <p:nvPr>
            <p:ph type="dt" sz="half" idx="10"/>
          </p:nvPr>
        </p:nvSpPr>
        <p:spPr/>
        <p:txBody>
          <a:bodyPr/>
          <a:lstStyle/>
          <a:p>
            <a:fld id="{5C1BB180-E655-4F84-ADB1-5C526217686B}" type="datetimeFigureOut">
              <a:rPr lang="en-CA" smtClean="0"/>
              <a:t>2025-12-02</a:t>
            </a:fld>
            <a:endParaRPr lang="en-CA"/>
          </a:p>
        </p:txBody>
      </p:sp>
      <p:sp>
        <p:nvSpPr>
          <p:cNvPr id="8" name="Footer Placeholder 7">
            <a:extLst>
              <a:ext uri="{FF2B5EF4-FFF2-40B4-BE49-F238E27FC236}">
                <a16:creationId xmlns:a16="http://schemas.microsoft.com/office/drawing/2014/main" id="{1A7ABEA0-DE25-C6C3-32BB-E488E0834C91}"/>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0ED88C96-79CA-603E-25F9-8A97C8E9949C}"/>
              </a:ext>
            </a:extLst>
          </p:cNvPr>
          <p:cNvSpPr>
            <a:spLocks noGrp="1"/>
          </p:cNvSpPr>
          <p:nvPr>
            <p:ph type="sldNum" sz="quarter" idx="12"/>
          </p:nvPr>
        </p:nvSpPr>
        <p:spPr/>
        <p:txBody>
          <a:bodyPr/>
          <a:lstStyle/>
          <a:p>
            <a:fld id="{C3B6CA51-A3F7-4473-9C36-ED9F85EEE23E}" type="slidenum">
              <a:rPr lang="en-CA" smtClean="0"/>
              <a:t>‹#›</a:t>
            </a:fld>
            <a:endParaRPr lang="en-CA"/>
          </a:p>
        </p:txBody>
      </p:sp>
    </p:spTree>
    <p:extLst>
      <p:ext uri="{BB962C8B-B14F-4D97-AF65-F5344CB8AC3E}">
        <p14:creationId xmlns:p14="http://schemas.microsoft.com/office/powerpoint/2010/main" val="1991772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1C896-8C0C-03C2-4B7D-6B97EB93719C}"/>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EA772328-8377-303D-0505-8B353C96E9FE}"/>
              </a:ext>
            </a:extLst>
          </p:cNvPr>
          <p:cNvSpPr>
            <a:spLocks noGrp="1"/>
          </p:cNvSpPr>
          <p:nvPr>
            <p:ph type="dt" sz="half" idx="10"/>
          </p:nvPr>
        </p:nvSpPr>
        <p:spPr/>
        <p:txBody>
          <a:bodyPr/>
          <a:lstStyle/>
          <a:p>
            <a:fld id="{5C1BB180-E655-4F84-ADB1-5C526217686B}" type="datetimeFigureOut">
              <a:rPr lang="en-CA" smtClean="0"/>
              <a:t>2025-12-02</a:t>
            </a:fld>
            <a:endParaRPr lang="en-CA"/>
          </a:p>
        </p:txBody>
      </p:sp>
      <p:sp>
        <p:nvSpPr>
          <p:cNvPr id="4" name="Footer Placeholder 3">
            <a:extLst>
              <a:ext uri="{FF2B5EF4-FFF2-40B4-BE49-F238E27FC236}">
                <a16:creationId xmlns:a16="http://schemas.microsoft.com/office/drawing/2014/main" id="{18BB4828-9D17-B3FE-0516-9B0E6E045BB0}"/>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E57F4371-26BC-A16D-015F-1F434DF435EC}"/>
              </a:ext>
            </a:extLst>
          </p:cNvPr>
          <p:cNvSpPr>
            <a:spLocks noGrp="1"/>
          </p:cNvSpPr>
          <p:nvPr>
            <p:ph type="sldNum" sz="quarter" idx="12"/>
          </p:nvPr>
        </p:nvSpPr>
        <p:spPr/>
        <p:txBody>
          <a:bodyPr/>
          <a:lstStyle/>
          <a:p>
            <a:fld id="{C3B6CA51-A3F7-4473-9C36-ED9F85EEE23E}" type="slidenum">
              <a:rPr lang="en-CA" smtClean="0"/>
              <a:t>‹#›</a:t>
            </a:fld>
            <a:endParaRPr lang="en-CA"/>
          </a:p>
        </p:txBody>
      </p:sp>
    </p:spTree>
    <p:extLst>
      <p:ext uri="{BB962C8B-B14F-4D97-AF65-F5344CB8AC3E}">
        <p14:creationId xmlns:p14="http://schemas.microsoft.com/office/powerpoint/2010/main" val="3754840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BCF0D6-2D9F-40FB-770B-EA3E3A31CAE3}"/>
              </a:ext>
            </a:extLst>
          </p:cNvPr>
          <p:cNvSpPr>
            <a:spLocks noGrp="1"/>
          </p:cNvSpPr>
          <p:nvPr>
            <p:ph type="dt" sz="half" idx="10"/>
          </p:nvPr>
        </p:nvSpPr>
        <p:spPr/>
        <p:txBody>
          <a:bodyPr/>
          <a:lstStyle/>
          <a:p>
            <a:fld id="{5C1BB180-E655-4F84-ADB1-5C526217686B}" type="datetimeFigureOut">
              <a:rPr lang="en-CA" smtClean="0"/>
              <a:t>2025-12-02</a:t>
            </a:fld>
            <a:endParaRPr lang="en-CA"/>
          </a:p>
        </p:txBody>
      </p:sp>
      <p:sp>
        <p:nvSpPr>
          <p:cNvPr id="3" name="Footer Placeholder 2">
            <a:extLst>
              <a:ext uri="{FF2B5EF4-FFF2-40B4-BE49-F238E27FC236}">
                <a16:creationId xmlns:a16="http://schemas.microsoft.com/office/drawing/2014/main" id="{28DFC099-1FB5-FFF5-2D3F-B9B37847C7C7}"/>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6B421ED8-45C5-6876-BF9A-8EDAC6A2AD42}"/>
              </a:ext>
            </a:extLst>
          </p:cNvPr>
          <p:cNvSpPr>
            <a:spLocks noGrp="1"/>
          </p:cNvSpPr>
          <p:nvPr>
            <p:ph type="sldNum" sz="quarter" idx="12"/>
          </p:nvPr>
        </p:nvSpPr>
        <p:spPr/>
        <p:txBody>
          <a:bodyPr/>
          <a:lstStyle/>
          <a:p>
            <a:fld id="{C3B6CA51-A3F7-4473-9C36-ED9F85EEE23E}" type="slidenum">
              <a:rPr lang="en-CA" smtClean="0"/>
              <a:t>‹#›</a:t>
            </a:fld>
            <a:endParaRPr lang="en-CA"/>
          </a:p>
        </p:txBody>
      </p:sp>
    </p:spTree>
    <p:extLst>
      <p:ext uri="{BB962C8B-B14F-4D97-AF65-F5344CB8AC3E}">
        <p14:creationId xmlns:p14="http://schemas.microsoft.com/office/powerpoint/2010/main" val="460155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0087A-F370-FF76-1CF0-F56CE0B376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BE00EBDB-B5BC-C1FC-877B-86AE52CE8D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7E36F7D3-5170-BC25-BBAA-F497B22E3C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2C04B7-DD04-E998-C6F7-3FEFED11B5C2}"/>
              </a:ext>
            </a:extLst>
          </p:cNvPr>
          <p:cNvSpPr>
            <a:spLocks noGrp="1"/>
          </p:cNvSpPr>
          <p:nvPr>
            <p:ph type="dt" sz="half" idx="10"/>
          </p:nvPr>
        </p:nvSpPr>
        <p:spPr/>
        <p:txBody>
          <a:bodyPr/>
          <a:lstStyle/>
          <a:p>
            <a:fld id="{5C1BB180-E655-4F84-ADB1-5C526217686B}" type="datetimeFigureOut">
              <a:rPr lang="en-CA" smtClean="0"/>
              <a:t>2025-12-02</a:t>
            </a:fld>
            <a:endParaRPr lang="en-CA"/>
          </a:p>
        </p:txBody>
      </p:sp>
      <p:sp>
        <p:nvSpPr>
          <p:cNvPr id="6" name="Footer Placeholder 5">
            <a:extLst>
              <a:ext uri="{FF2B5EF4-FFF2-40B4-BE49-F238E27FC236}">
                <a16:creationId xmlns:a16="http://schemas.microsoft.com/office/drawing/2014/main" id="{30063445-D806-4833-1A76-5D0938F6EC7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94D5F1B4-4745-F31C-CC9F-B4ED13E6877F}"/>
              </a:ext>
            </a:extLst>
          </p:cNvPr>
          <p:cNvSpPr>
            <a:spLocks noGrp="1"/>
          </p:cNvSpPr>
          <p:nvPr>
            <p:ph type="sldNum" sz="quarter" idx="12"/>
          </p:nvPr>
        </p:nvSpPr>
        <p:spPr/>
        <p:txBody>
          <a:bodyPr/>
          <a:lstStyle/>
          <a:p>
            <a:fld id="{C3B6CA51-A3F7-4473-9C36-ED9F85EEE23E}" type="slidenum">
              <a:rPr lang="en-CA" smtClean="0"/>
              <a:t>‹#›</a:t>
            </a:fld>
            <a:endParaRPr lang="en-CA"/>
          </a:p>
        </p:txBody>
      </p:sp>
    </p:spTree>
    <p:extLst>
      <p:ext uri="{BB962C8B-B14F-4D97-AF65-F5344CB8AC3E}">
        <p14:creationId xmlns:p14="http://schemas.microsoft.com/office/powerpoint/2010/main" val="3434776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2FF37-9B73-47D9-B513-0429DFB565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0480A4D5-985D-B125-C419-903041EC82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CBB4C3C7-35CC-84A6-393A-C468DF6679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096522-9C9A-DB5F-F15D-7C9C4CEBF632}"/>
              </a:ext>
            </a:extLst>
          </p:cNvPr>
          <p:cNvSpPr>
            <a:spLocks noGrp="1"/>
          </p:cNvSpPr>
          <p:nvPr>
            <p:ph type="dt" sz="half" idx="10"/>
          </p:nvPr>
        </p:nvSpPr>
        <p:spPr/>
        <p:txBody>
          <a:bodyPr/>
          <a:lstStyle/>
          <a:p>
            <a:fld id="{5C1BB180-E655-4F84-ADB1-5C526217686B}" type="datetimeFigureOut">
              <a:rPr lang="en-CA" smtClean="0"/>
              <a:t>2025-12-02</a:t>
            </a:fld>
            <a:endParaRPr lang="en-CA"/>
          </a:p>
        </p:txBody>
      </p:sp>
      <p:sp>
        <p:nvSpPr>
          <p:cNvPr id="6" name="Footer Placeholder 5">
            <a:extLst>
              <a:ext uri="{FF2B5EF4-FFF2-40B4-BE49-F238E27FC236}">
                <a16:creationId xmlns:a16="http://schemas.microsoft.com/office/drawing/2014/main" id="{E22FD284-DD99-D0B6-3854-27AA3C82428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6B445286-87F5-919E-2436-7DE9B068B6E6}"/>
              </a:ext>
            </a:extLst>
          </p:cNvPr>
          <p:cNvSpPr>
            <a:spLocks noGrp="1"/>
          </p:cNvSpPr>
          <p:nvPr>
            <p:ph type="sldNum" sz="quarter" idx="12"/>
          </p:nvPr>
        </p:nvSpPr>
        <p:spPr/>
        <p:txBody>
          <a:bodyPr/>
          <a:lstStyle/>
          <a:p>
            <a:fld id="{C3B6CA51-A3F7-4473-9C36-ED9F85EEE23E}" type="slidenum">
              <a:rPr lang="en-CA" smtClean="0"/>
              <a:t>‹#›</a:t>
            </a:fld>
            <a:endParaRPr lang="en-CA"/>
          </a:p>
        </p:txBody>
      </p:sp>
    </p:spTree>
    <p:extLst>
      <p:ext uri="{BB962C8B-B14F-4D97-AF65-F5344CB8AC3E}">
        <p14:creationId xmlns:p14="http://schemas.microsoft.com/office/powerpoint/2010/main" val="3813691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F446E-39DA-E5F6-A507-375A8DCCE4E5}"/>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30059F89-71DB-8DD3-147F-D8498EC9CD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151F35B-A11D-7F25-E9CF-D3EF8BD67098}"/>
              </a:ext>
            </a:extLst>
          </p:cNvPr>
          <p:cNvSpPr>
            <a:spLocks noGrp="1"/>
          </p:cNvSpPr>
          <p:nvPr>
            <p:ph type="dt" sz="half" idx="10"/>
          </p:nvPr>
        </p:nvSpPr>
        <p:spPr/>
        <p:txBody>
          <a:bodyPr/>
          <a:lstStyle/>
          <a:p>
            <a:fld id="{5C1BB180-E655-4F84-ADB1-5C526217686B}" type="datetimeFigureOut">
              <a:rPr lang="en-CA" smtClean="0"/>
              <a:t>2025-12-02</a:t>
            </a:fld>
            <a:endParaRPr lang="en-CA"/>
          </a:p>
        </p:txBody>
      </p:sp>
      <p:sp>
        <p:nvSpPr>
          <p:cNvPr id="5" name="Footer Placeholder 4">
            <a:extLst>
              <a:ext uri="{FF2B5EF4-FFF2-40B4-BE49-F238E27FC236}">
                <a16:creationId xmlns:a16="http://schemas.microsoft.com/office/drawing/2014/main" id="{14F4FE4F-2752-315F-5B27-046734D17F7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8024520-98F1-A953-29EE-560C69AFACC1}"/>
              </a:ext>
            </a:extLst>
          </p:cNvPr>
          <p:cNvSpPr>
            <a:spLocks noGrp="1"/>
          </p:cNvSpPr>
          <p:nvPr>
            <p:ph type="sldNum" sz="quarter" idx="12"/>
          </p:nvPr>
        </p:nvSpPr>
        <p:spPr/>
        <p:txBody>
          <a:bodyPr/>
          <a:lstStyle/>
          <a:p>
            <a:fld id="{C3B6CA51-A3F7-4473-9C36-ED9F85EEE23E}" type="slidenum">
              <a:rPr lang="en-CA" smtClean="0"/>
              <a:t>‹#›</a:t>
            </a:fld>
            <a:endParaRPr lang="en-CA"/>
          </a:p>
        </p:txBody>
      </p:sp>
    </p:spTree>
    <p:extLst>
      <p:ext uri="{BB962C8B-B14F-4D97-AF65-F5344CB8AC3E}">
        <p14:creationId xmlns:p14="http://schemas.microsoft.com/office/powerpoint/2010/main" val="1200301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E29441-322E-D8CA-AAEF-ABAF92F79C2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7032DF06-6D02-ED1C-197C-C86AC0CEC8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BD90D48-50F0-2CEC-4131-0C010828CE0D}"/>
              </a:ext>
            </a:extLst>
          </p:cNvPr>
          <p:cNvSpPr>
            <a:spLocks noGrp="1"/>
          </p:cNvSpPr>
          <p:nvPr>
            <p:ph type="dt" sz="half" idx="10"/>
          </p:nvPr>
        </p:nvSpPr>
        <p:spPr/>
        <p:txBody>
          <a:bodyPr/>
          <a:lstStyle/>
          <a:p>
            <a:fld id="{5C1BB180-E655-4F84-ADB1-5C526217686B}" type="datetimeFigureOut">
              <a:rPr lang="en-CA" smtClean="0"/>
              <a:t>2025-12-02</a:t>
            </a:fld>
            <a:endParaRPr lang="en-CA"/>
          </a:p>
        </p:txBody>
      </p:sp>
      <p:sp>
        <p:nvSpPr>
          <p:cNvPr id="5" name="Footer Placeholder 4">
            <a:extLst>
              <a:ext uri="{FF2B5EF4-FFF2-40B4-BE49-F238E27FC236}">
                <a16:creationId xmlns:a16="http://schemas.microsoft.com/office/drawing/2014/main" id="{D8C1D14E-8F2F-2FAA-E7C3-5AE200C37CB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2C4486A-72AA-E1DD-E663-62F80AF7A705}"/>
              </a:ext>
            </a:extLst>
          </p:cNvPr>
          <p:cNvSpPr>
            <a:spLocks noGrp="1"/>
          </p:cNvSpPr>
          <p:nvPr>
            <p:ph type="sldNum" sz="quarter" idx="12"/>
          </p:nvPr>
        </p:nvSpPr>
        <p:spPr/>
        <p:txBody>
          <a:bodyPr/>
          <a:lstStyle/>
          <a:p>
            <a:fld id="{C3B6CA51-A3F7-4473-9C36-ED9F85EEE23E}" type="slidenum">
              <a:rPr lang="en-CA" smtClean="0"/>
              <a:t>‹#›</a:t>
            </a:fld>
            <a:endParaRPr lang="en-CA"/>
          </a:p>
        </p:txBody>
      </p:sp>
    </p:spTree>
    <p:extLst>
      <p:ext uri="{BB962C8B-B14F-4D97-AF65-F5344CB8AC3E}">
        <p14:creationId xmlns:p14="http://schemas.microsoft.com/office/powerpoint/2010/main" val="1365921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A862F5-2FF5-4E62-96A9-E3EAB058BD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4A150272-3C90-C19B-6E46-0C808B097C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A2A9FEC-6C5D-A7CD-0F1E-6DE5EEA653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C1BB180-E655-4F84-ADB1-5C526217686B}" type="datetimeFigureOut">
              <a:rPr lang="en-CA" smtClean="0"/>
              <a:t>2025-12-02</a:t>
            </a:fld>
            <a:endParaRPr lang="en-CA"/>
          </a:p>
        </p:txBody>
      </p:sp>
      <p:sp>
        <p:nvSpPr>
          <p:cNvPr id="5" name="Footer Placeholder 4">
            <a:extLst>
              <a:ext uri="{FF2B5EF4-FFF2-40B4-BE49-F238E27FC236}">
                <a16:creationId xmlns:a16="http://schemas.microsoft.com/office/drawing/2014/main" id="{18E139BB-64B3-CD05-B77A-715F41D221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F9621F4C-FF0C-C94B-3C77-C7DA0B3CD1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3B6CA51-A3F7-4473-9C36-ED9F85EEE23E}" type="slidenum">
              <a:rPr lang="en-CA" smtClean="0"/>
              <a:t>‹#›</a:t>
            </a:fld>
            <a:endParaRPr lang="en-CA"/>
          </a:p>
        </p:txBody>
      </p:sp>
    </p:spTree>
    <p:extLst>
      <p:ext uri="{BB962C8B-B14F-4D97-AF65-F5344CB8AC3E}">
        <p14:creationId xmlns:p14="http://schemas.microsoft.com/office/powerpoint/2010/main" val="1808257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7A36F-5438-B5C7-F336-741F65C7716B}"/>
              </a:ext>
            </a:extLst>
          </p:cNvPr>
          <p:cNvSpPr>
            <a:spLocks noGrp="1"/>
          </p:cNvSpPr>
          <p:nvPr>
            <p:ph type="ctrTitle"/>
          </p:nvPr>
        </p:nvSpPr>
        <p:spPr>
          <a:xfrm>
            <a:off x="112643" y="68815"/>
            <a:ext cx="9144000" cy="951602"/>
          </a:xfrm>
        </p:spPr>
        <p:txBody>
          <a:bodyPr>
            <a:normAutofit fontScale="90000"/>
          </a:bodyPr>
          <a:lstStyle/>
          <a:p>
            <a:pPr algn="l"/>
            <a:r>
              <a:rPr lang="en-US" dirty="0"/>
              <a:t>Qupls4: Unconditional Branches</a:t>
            </a:r>
            <a:endParaRPr lang="en-CA" dirty="0"/>
          </a:p>
        </p:txBody>
      </p:sp>
      <p:sp>
        <p:nvSpPr>
          <p:cNvPr id="4" name="Rectangle 3">
            <a:extLst>
              <a:ext uri="{FF2B5EF4-FFF2-40B4-BE49-F238E27FC236}">
                <a16:creationId xmlns:a16="http://schemas.microsoft.com/office/drawing/2014/main" id="{46A527FF-CC3B-4DEF-1DD5-0F2DBD72EE68}"/>
              </a:ext>
            </a:extLst>
          </p:cNvPr>
          <p:cNvSpPr/>
          <p:nvPr/>
        </p:nvSpPr>
        <p:spPr>
          <a:xfrm>
            <a:off x="2209476" y="2789579"/>
            <a:ext cx="1338470" cy="3246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JMP Instr.</a:t>
            </a:r>
            <a:endParaRPr lang="en-CA" dirty="0"/>
          </a:p>
        </p:txBody>
      </p:sp>
      <p:sp>
        <p:nvSpPr>
          <p:cNvPr id="5" name="Rectangle 4">
            <a:extLst>
              <a:ext uri="{FF2B5EF4-FFF2-40B4-BE49-F238E27FC236}">
                <a16:creationId xmlns:a16="http://schemas.microsoft.com/office/drawing/2014/main" id="{2E12DE39-316C-681E-FA1C-D6E2FABBC7A7}"/>
              </a:ext>
            </a:extLst>
          </p:cNvPr>
          <p:cNvSpPr/>
          <p:nvPr/>
        </p:nvSpPr>
        <p:spPr>
          <a:xfrm>
            <a:off x="3547946" y="2789579"/>
            <a:ext cx="1338470" cy="324678"/>
          </a:xfrm>
          <a:prstGeom prst="rect">
            <a:avLst/>
          </a:prstGeom>
          <a:solidFill>
            <a:srgbClr val="0E758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Instr</a:t>
            </a:r>
            <a:r>
              <a:rPr lang="en-US" dirty="0"/>
              <a:t> 3</a:t>
            </a:r>
            <a:endParaRPr lang="en-CA" dirty="0"/>
          </a:p>
        </p:txBody>
      </p:sp>
      <p:sp>
        <p:nvSpPr>
          <p:cNvPr id="6" name="Rectangle 5">
            <a:extLst>
              <a:ext uri="{FF2B5EF4-FFF2-40B4-BE49-F238E27FC236}">
                <a16:creationId xmlns:a16="http://schemas.microsoft.com/office/drawing/2014/main" id="{35632FBB-F39D-E7E6-8819-3DC21B95B416}"/>
              </a:ext>
            </a:extLst>
          </p:cNvPr>
          <p:cNvSpPr/>
          <p:nvPr/>
        </p:nvSpPr>
        <p:spPr>
          <a:xfrm>
            <a:off x="871006" y="2789579"/>
            <a:ext cx="1338470" cy="3246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Instr</a:t>
            </a:r>
            <a:r>
              <a:rPr lang="en-US" dirty="0"/>
              <a:t> 1</a:t>
            </a:r>
            <a:endParaRPr lang="en-CA" dirty="0"/>
          </a:p>
        </p:txBody>
      </p:sp>
      <p:sp>
        <p:nvSpPr>
          <p:cNvPr id="7" name="Rectangle 6">
            <a:extLst>
              <a:ext uri="{FF2B5EF4-FFF2-40B4-BE49-F238E27FC236}">
                <a16:creationId xmlns:a16="http://schemas.microsoft.com/office/drawing/2014/main" id="{A6C553FC-FF9A-485D-1CE6-4D945D7C4E51}"/>
              </a:ext>
            </a:extLst>
          </p:cNvPr>
          <p:cNvSpPr/>
          <p:nvPr/>
        </p:nvSpPr>
        <p:spPr>
          <a:xfrm>
            <a:off x="4886416" y="2789579"/>
            <a:ext cx="1338470" cy="324678"/>
          </a:xfrm>
          <a:prstGeom prst="rect">
            <a:avLst/>
          </a:prstGeom>
          <a:solidFill>
            <a:srgbClr val="0E758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Instr</a:t>
            </a:r>
            <a:r>
              <a:rPr lang="en-US" dirty="0"/>
              <a:t> 4</a:t>
            </a:r>
            <a:endParaRPr lang="en-CA" dirty="0"/>
          </a:p>
        </p:txBody>
      </p:sp>
      <p:sp>
        <p:nvSpPr>
          <p:cNvPr id="8" name="Rectangle 7">
            <a:extLst>
              <a:ext uri="{FF2B5EF4-FFF2-40B4-BE49-F238E27FC236}">
                <a16:creationId xmlns:a16="http://schemas.microsoft.com/office/drawing/2014/main" id="{4B7F0076-467E-4DB5-E07A-C02D94F9D868}"/>
              </a:ext>
            </a:extLst>
          </p:cNvPr>
          <p:cNvSpPr/>
          <p:nvPr/>
        </p:nvSpPr>
        <p:spPr>
          <a:xfrm>
            <a:off x="7649493" y="2789579"/>
            <a:ext cx="1338470" cy="3246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Instr</a:t>
            </a:r>
            <a:r>
              <a:rPr lang="en-US" dirty="0"/>
              <a:t> 2</a:t>
            </a:r>
            <a:endParaRPr lang="en-CA" dirty="0"/>
          </a:p>
        </p:txBody>
      </p:sp>
      <p:sp>
        <p:nvSpPr>
          <p:cNvPr id="9" name="Rectangle 8">
            <a:extLst>
              <a:ext uri="{FF2B5EF4-FFF2-40B4-BE49-F238E27FC236}">
                <a16:creationId xmlns:a16="http://schemas.microsoft.com/office/drawing/2014/main" id="{F9C48326-8D0E-CCD6-2D6D-2665B5977DC3}"/>
              </a:ext>
            </a:extLst>
          </p:cNvPr>
          <p:cNvSpPr/>
          <p:nvPr/>
        </p:nvSpPr>
        <p:spPr>
          <a:xfrm>
            <a:off x="8987963" y="2789579"/>
            <a:ext cx="1338470" cy="3246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Instr</a:t>
            </a:r>
            <a:r>
              <a:rPr lang="en-US" dirty="0"/>
              <a:t> 3</a:t>
            </a:r>
            <a:endParaRPr lang="en-CA" dirty="0"/>
          </a:p>
        </p:txBody>
      </p:sp>
      <p:sp>
        <p:nvSpPr>
          <p:cNvPr id="10" name="Rectangle 9">
            <a:extLst>
              <a:ext uri="{FF2B5EF4-FFF2-40B4-BE49-F238E27FC236}">
                <a16:creationId xmlns:a16="http://schemas.microsoft.com/office/drawing/2014/main" id="{EB007BBF-3B0D-3A2B-C287-C465149691E8}"/>
              </a:ext>
            </a:extLst>
          </p:cNvPr>
          <p:cNvSpPr/>
          <p:nvPr/>
        </p:nvSpPr>
        <p:spPr>
          <a:xfrm>
            <a:off x="6311023" y="2789579"/>
            <a:ext cx="1338470" cy="3246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Instr</a:t>
            </a:r>
            <a:r>
              <a:rPr lang="en-US" dirty="0"/>
              <a:t> 1</a:t>
            </a:r>
            <a:endParaRPr lang="en-CA" dirty="0"/>
          </a:p>
        </p:txBody>
      </p:sp>
      <p:sp>
        <p:nvSpPr>
          <p:cNvPr id="11" name="Rectangle 10">
            <a:extLst>
              <a:ext uri="{FF2B5EF4-FFF2-40B4-BE49-F238E27FC236}">
                <a16:creationId xmlns:a16="http://schemas.microsoft.com/office/drawing/2014/main" id="{12D69508-7D83-9121-99D2-3440B75809B1}"/>
              </a:ext>
            </a:extLst>
          </p:cNvPr>
          <p:cNvSpPr/>
          <p:nvPr/>
        </p:nvSpPr>
        <p:spPr>
          <a:xfrm>
            <a:off x="10326433" y="2789579"/>
            <a:ext cx="1338470" cy="3246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Instr</a:t>
            </a:r>
            <a:r>
              <a:rPr lang="en-US" dirty="0"/>
              <a:t> 4</a:t>
            </a:r>
            <a:endParaRPr lang="en-CA" dirty="0"/>
          </a:p>
        </p:txBody>
      </p:sp>
      <p:sp>
        <p:nvSpPr>
          <p:cNvPr id="12" name="TextBox 11">
            <a:extLst>
              <a:ext uri="{FF2B5EF4-FFF2-40B4-BE49-F238E27FC236}">
                <a16:creationId xmlns:a16="http://schemas.microsoft.com/office/drawing/2014/main" id="{DDD259A3-A90E-21DC-F7D4-A194B205F2E5}"/>
              </a:ext>
            </a:extLst>
          </p:cNvPr>
          <p:cNvSpPr txBox="1"/>
          <p:nvPr/>
        </p:nvSpPr>
        <p:spPr>
          <a:xfrm>
            <a:off x="7240453" y="1953970"/>
            <a:ext cx="3171317" cy="369332"/>
          </a:xfrm>
          <a:prstGeom prst="rect">
            <a:avLst/>
          </a:prstGeom>
          <a:noFill/>
        </p:spPr>
        <p:txBody>
          <a:bodyPr wrap="none" rtlCol="0">
            <a:spAutoFit/>
          </a:bodyPr>
          <a:lstStyle/>
          <a:p>
            <a:r>
              <a:rPr lang="en-US" dirty="0"/>
              <a:t>Lead instruction of MUX group</a:t>
            </a:r>
            <a:endParaRPr lang="en-CA" dirty="0"/>
          </a:p>
        </p:txBody>
      </p:sp>
      <p:sp>
        <p:nvSpPr>
          <p:cNvPr id="14" name="Cross 13">
            <a:extLst>
              <a:ext uri="{FF2B5EF4-FFF2-40B4-BE49-F238E27FC236}">
                <a16:creationId xmlns:a16="http://schemas.microsoft.com/office/drawing/2014/main" id="{5F50DB6C-9F0D-6C1B-13C3-6D2BDD47C201}"/>
              </a:ext>
            </a:extLst>
          </p:cNvPr>
          <p:cNvSpPr/>
          <p:nvPr/>
        </p:nvSpPr>
        <p:spPr>
          <a:xfrm rot="2477118">
            <a:off x="3759981" y="2494718"/>
            <a:ext cx="914400" cy="914400"/>
          </a:xfrm>
          <a:prstGeom prst="plus">
            <a:avLst/>
          </a:prstGeom>
          <a:solidFill>
            <a:srgbClr val="C00000">
              <a:alpha val="38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Cross 14">
            <a:extLst>
              <a:ext uri="{FF2B5EF4-FFF2-40B4-BE49-F238E27FC236}">
                <a16:creationId xmlns:a16="http://schemas.microsoft.com/office/drawing/2014/main" id="{33F6D28D-B7B9-2144-D8C8-76D7929AB14A}"/>
              </a:ext>
            </a:extLst>
          </p:cNvPr>
          <p:cNvSpPr/>
          <p:nvPr/>
        </p:nvSpPr>
        <p:spPr>
          <a:xfrm rot="2477118">
            <a:off x="5076083" y="2494718"/>
            <a:ext cx="914400" cy="914400"/>
          </a:xfrm>
          <a:prstGeom prst="plus">
            <a:avLst/>
          </a:prstGeom>
          <a:solidFill>
            <a:srgbClr val="C00000">
              <a:alpha val="38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TextBox 15">
            <a:extLst>
              <a:ext uri="{FF2B5EF4-FFF2-40B4-BE49-F238E27FC236}">
                <a16:creationId xmlns:a16="http://schemas.microsoft.com/office/drawing/2014/main" id="{824F98FD-40FC-B3F4-97AF-5A78D625FA04}"/>
              </a:ext>
            </a:extLst>
          </p:cNvPr>
          <p:cNvSpPr txBox="1"/>
          <p:nvPr/>
        </p:nvSpPr>
        <p:spPr>
          <a:xfrm>
            <a:off x="760055" y="3817909"/>
            <a:ext cx="11017142" cy="923330"/>
          </a:xfrm>
          <a:prstGeom prst="rect">
            <a:avLst/>
          </a:prstGeom>
          <a:noFill/>
        </p:spPr>
        <p:txBody>
          <a:bodyPr wrap="square" rtlCol="0">
            <a:spAutoFit/>
          </a:bodyPr>
          <a:lstStyle/>
          <a:p>
            <a:r>
              <a:rPr lang="en-US" dirty="0"/>
              <a:t>The instructions following an unconditional jump or branch at the decode stage are made invalid. Because instructions are fetched in groups of four, the two trailing instructions are the next sequential instruction and not the desired destination instructions.</a:t>
            </a:r>
            <a:endParaRPr lang="en-CA" dirty="0"/>
          </a:p>
        </p:txBody>
      </p:sp>
      <p:cxnSp>
        <p:nvCxnSpPr>
          <p:cNvPr id="18" name="Straight Arrow Connector 17">
            <a:extLst>
              <a:ext uri="{FF2B5EF4-FFF2-40B4-BE49-F238E27FC236}">
                <a16:creationId xmlns:a16="http://schemas.microsoft.com/office/drawing/2014/main" id="{E73B4A7A-CD77-B9FC-A09E-70C235E5E09C}"/>
              </a:ext>
            </a:extLst>
          </p:cNvPr>
          <p:cNvCxnSpPr>
            <a:cxnSpLocks/>
          </p:cNvCxnSpPr>
          <p:nvPr/>
        </p:nvCxnSpPr>
        <p:spPr>
          <a:xfrm flipH="1" flipV="1">
            <a:off x="4316573" y="3432309"/>
            <a:ext cx="438970" cy="3114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3E4240D5-6AB6-42AC-EF81-97904871C90E}"/>
              </a:ext>
            </a:extLst>
          </p:cNvPr>
          <p:cNvCxnSpPr>
            <a:cxnSpLocks/>
          </p:cNvCxnSpPr>
          <p:nvPr/>
        </p:nvCxnSpPr>
        <p:spPr>
          <a:xfrm flipV="1">
            <a:off x="5156391" y="3445561"/>
            <a:ext cx="376892" cy="2981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367BF54F-98CD-804D-67DA-3978178D758A}"/>
              </a:ext>
            </a:extLst>
          </p:cNvPr>
          <p:cNvCxnSpPr>
            <a:endCxn id="10" idx="0"/>
          </p:cNvCxnSpPr>
          <p:nvPr/>
        </p:nvCxnSpPr>
        <p:spPr>
          <a:xfrm flipH="1">
            <a:off x="6980258" y="2306698"/>
            <a:ext cx="364436" cy="4828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3EFC4333-7C3A-A956-234B-8AA794E80E17}"/>
              </a:ext>
            </a:extLst>
          </p:cNvPr>
          <p:cNvSpPr txBox="1"/>
          <p:nvPr/>
        </p:nvSpPr>
        <p:spPr>
          <a:xfrm>
            <a:off x="760055" y="4815404"/>
            <a:ext cx="10783385" cy="646331"/>
          </a:xfrm>
          <a:prstGeom prst="rect">
            <a:avLst/>
          </a:prstGeom>
          <a:noFill/>
        </p:spPr>
        <p:txBody>
          <a:bodyPr wrap="square" rtlCol="0">
            <a:spAutoFit/>
          </a:bodyPr>
          <a:lstStyle/>
          <a:p>
            <a:r>
              <a:rPr lang="en-US" dirty="0"/>
              <a:t>If the branch target buffer (BTB) predicted correctly, the lead instruction of the MUX group will begin at the branch’s destination address. The jump instruction will effectively have no delay.</a:t>
            </a:r>
            <a:endParaRPr lang="en-CA" dirty="0"/>
          </a:p>
        </p:txBody>
      </p:sp>
      <p:sp>
        <p:nvSpPr>
          <p:cNvPr id="25" name="TextBox 24">
            <a:extLst>
              <a:ext uri="{FF2B5EF4-FFF2-40B4-BE49-F238E27FC236}">
                <a16:creationId xmlns:a16="http://schemas.microsoft.com/office/drawing/2014/main" id="{378D8336-021E-FE49-4CA2-5CC2CBCC7054}"/>
              </a:ext>
            </a:extLst>
          </p:cNvPr>
          <p:cNvSpPr txBox="1"/>
          <p:nvPr/>
        </p:nvSpPr>
        <p:spPr>
          <a:xfrm>
            <a:off x="755996" y="5535900"/>
            <a:ext cx="10783385" cy="923330"/>
          </a:xfrm>
          <a:prstGeom prst="rect">
            <a:avLst/>
          </a:prstGeom>
          <a:noFill/>
        </p:spPr>
        <p:txBody>
          <a:bodyPr wrap="square" rtlCol="0">
            <a:spAutoFit/>
          </a:bodyPr>
          <a:lstStyle/>
          <a:p>
            <a:r>
              <a:rPr lang="en-US" dirty="0"/>
              <a:t>If the BTB prediction was incorrect, the </a:t>
            </a:r>
            <a:r>
              <a:rPr lang="en-US" dirty="0" err="1"/>
              <a:t>the</a:t>
            </a:r>
            <a:r>
              <a:rPr lang="en-US" dirty="0"/>
              <a:t> front-end of the pipeline is invalidated. This includes the align, fetch, multiplex and decode stages. The address for the next instruction fetch is set to the jump address. This will take at least four clock cycles (16 instructions are invalidated).</a:t>
            </a:r>
            <a:endParaRPr lang="en-CA" dirty="0"/>
          </a:p>
        </p:txBody>
      </p:sp>
      <p:sp>
        <p:nvSpPr>
          <p:cNvPr id="26" name="TextBox 25">
            <a:extLst>
              <a:ext uri="{FF2B5EF4-FFF2-40B4-BE49-F238E27FC236}">
                <a16:creationId xmlns:a16="http://schemas.microsoft.com/office/drawing/2014/main" id="{C364D4F7-4CC9-526A-D547-2FF3624BDFB0}"/>
              </a:ext>
            </a:extLst>
          </p:cNvPr>
          <p:cNvSpPr txBox="1"/>
          <p:nvPr/>
        </p:nvSpPr>
        <p:spPr>
          <a:xfrm>
            <a:off x="632517" y="1232422"/>
            <a:ext cx="11479040" cy="369332"/>
          </a:xfrm>
          <a:prstGeom prst="rect">
            <a:avLst/>
          </a:prstGeom>
          <a:noFill/>
        </p:spPr>
        <p:txBody>
          <a:bodyPr wrap="none" rtlCol="0">
            <a:spAutoFit/>
          </a:bodyPr>
          <a:lstStyle/>
          <a:p>
            <a:r>
              <a:rPr lang="en-US" dirty="0"/>
              <a:t>Unconditional branches (BSR or JSR) with only a displacement have the destination calculated in the decode stage.</a:t>
            </a:r>
            <a:endParaRPr lang="en-CA" dirty="0"/>
          </a:p>
        </p:txBody>
      </p:sp>
    </p:spTree>
    <p:extLst>
      <p:ext uri="{BB962C8B-B14F-4D97-AF65-F5344CB8AC3E}">
        <p14:creationId xmlns:p14="http://schemas.microsoft.com/office/powerpoint/2010/main" val="595387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178</Words>
  <Application>Microsoft Office PowerPoint</Application>
  <PresentationFormat>Widescreen</PresentationFormat>
  <Paragraphs>14</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Qupls4: Unconditional Branches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Finch</dc:creator>
  <cp:lastModifiedBy>Robert Finch</cp:lastModifiedBy>
  <cp:revision>1</cp:revision>
  <dcterms:created xsi:type="dcterms:W3CDTF">2025-12-03T01:07:13Z</dcterms:created>
  <dcterms:modified xsi:type="dcterms:W3CDTF">2025-12-03T01:24:32Z</dcterms:modified>
</cp:coreProperties>
</file>