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1" r:id="rId3"/>
    <p:sldId id="258" r:id="rId4"/>
    <p:sldId id="257" r:id="rId5"/>
    <p:sldId id="259" r:id="rId6"/>
    <p:sldId id="260" r:id="rId7"/>
    <p:sldId id="256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3FD1A-625A-4B31-93FB-D8E8B8CAA265}" v="48" dt="2025-11-29T10:32:27.5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6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 sldOrd">
      <pc:chgData name="Robert Finch" userId="360118edfabb5ba6" providerId="LiveId" clId="{940D50E2-FEDC-434C-83CF-A13052851249}" dt="2025-11-29T10:36:06.303" v="4909" actId="20577"/>
      <pc:docMkLst>
        <pc:docMk/>
      </pc:docMkLst>
      <pc:sldChg chg="addSp delSp modSp mod">
        <pc:chgData name="Robert Finch" userId="360118edfabb5ba6" providerId="LiveId" clId="{940D50E2-FEDC-434C-83CF-A13052851249}" dt="2025-11-23T12:58:44.948" v="2768" actId="14100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13T20:32:43.092" v="562" actId="14100"/>
          <ac:spMkLst>
            <pc:docMk/>
            <pc:sldMk cId="3493996368" sldId="256"/>
            <ac:spMk id="4" creationId="{F20B9CAB-33A3-DF06-299D-C7D0E79C34DD}"/>
          </ac:spMkLst>
        </pc:spChg>
        <pc:spChg chg="mod">
          <ac:chgData name="Robert Finch" userId="360118edfabb5ba6" providerId="LiveId" clId="{940D50E2-FEDC-434C-83CF-A13052851249}" dt="2025-11-13T20:33:22.161" v="570" actId="1076"/>
          <ac:spMkLst>
            <pc:docMk/>
            <pc:sldMk cId="3493996368" sldId="256"/>
            <ac:spMk id="5" creationId="{C865363E-0D61-E897-910A-F370A5032ED8}"/>
          </ac:spMkLst>
        </pc:spChg>
        <pc:spChg chg="mod">
          <ac:chgData name="Robert Finch" userId="360118edfabb5ba6" providerId="LiveId" clId="{940D50E2-FEDC-434C-83CF-A13052851249}" dt="2025-11-13T20:34:27.723" v="579" actId="1076"/>
          <ac:spMkLst>
            <pc:docMk/>
            <pc:sldMk cId="3493996368" sldId="256"/>
            <ac:spMk id="6" creationId="{DAD6549B-CBC1-E564-88F0-22B7DD569F76}"/>
          </ac:spMkLst>
        </pc:spChg>
        <pc:spChg chg="mod">
          <ac:chgData name="Robert Finch" userId="360118edfabb5ba6" providerId="LiveId" clId="{940D50E2-FEDC-434C-83CF-A13052851249}" dt="2025-11-13T20:35:05.049" v="587" actId="1076"/>
          <ac:spMkLst>
            <pc:docMk/>
            <pc:sldMk cId="3493996368" sldId="256"/>
            <ac:spMk id="7" creationId="{FD8F65F8-FB16-5708-1549-E0B42AB137A9}"/>
          </ac:spMkLst>
        </pc:spChg>
        <pc:spChg chg="mod">
          <ac:chgData name="Robert Finch" userId="360118edfabb5ba6" providerId="LiveId" clId="{940D50E2-FEDC-434C-83CF-A13052851249}" dt="2025-11-13T20:36:26.187" v="601" actId="1076"/>
          <ac:spMkLst>
            <pc:docMk/>
            <pc:sldMk cId="3493996368" sldId="256"/>
            <ac:spMk id="8" creationId="{A0B19B70-FD33-3B9B-AEC7-C546F3CD38AC}"/>
          </ac:spMkLst>
        </pc:spChg>
        <pc:spChg chg="mo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9" creationId="{43B13E1A-8BA1-FD2E-298B-39A9773492D9}"/>
          </ac:spMkLst>
        </pc:spChg>
        <pc:spChg chg="mod">
          <ac:chgData name="Robert Finch" userId="360118edfabb5ba6" providerId="LiveId" clId="{940D50E2-FEDC-434C-83CF-A13052851249}" dt="2025-11-13T20:32:52.144" v="564" actId="14100"/>
          <ac:spMkLst>
            <pc:docMk/>
            <pc:sldMk cId="3493996368" sldId="256"/>
            <ac:spMk id="10" creationId="{C2CE30D4-A510-082C-C771-FC867429D4A3}"/>
          </ac:spMkLst>
        </pc:spChg>
        <pc:spChg chg="mod">
          <ac:chgData name="Robert Finch" userId="360118edfabb5ba6" providerId="LiveId" clId="{940D50E2-FEDC-434C-83CF-A13052851249}" dt="2025-11-13T20:32:56.310" v="565" actId="14100"/>
          <ac:spMkLst>
            <pc:docMk/>
            <pc:sldMk cId="3493996368" sldId="256"/>
            <ac:spMk id="11" creationId="{5EC13761-4A16-527F-25C4-63929CC12475}"/>
          </ac:spMkLst>
        </pc:spChg>
        <pc:spChg chg="mod">
          <ac:chgData name="Robert Finch" userId="360118edfabb5ba6" providerId="LiveId" clId="{940D50E2-FEDC-434C-83CF-A13052851249}" dt="2025-11-14T08:45:22.971" v="1425" actId="1076"/>
          <ac:spMkLst>
            <pc:docMk/>
            <pc:sldMk cId="3493996368" sldId="256"/>
            <ac:spMk id="12" creationId="{5B401EC6-5825-9E44-80EC-6B43B4C0A313}"/>
          </ac:spMkLst>
        </pc:spChg>
        <pc:spChg chg="mod">
          <ac:chgData name="Robert Finch" userId="360118edfabb5ba6" providerId="LiveId" clId="{940D50E2-FEDC-434C-83CF-A13052851249}" dt="2025-11-13T20:35:13.357" v="589" actId="14100"/>
          <ac:spMkLst>
            <pc:docMk/>
            <pc:sldMk cId="3493996368" sldId="256"/>
            <ac:spMk id="13" creationId="{91946394-63E9-5D59-33ED-942F6365F6CE}"/>
          </ac:spMkLst>
        </pc:spChg>
        <pc:spChg chg="mod">
          <ac:chgData name="Robert Finch" userId="360118edfabb5ba6" providerId="LiveId" clId="{940D50E2-FEDC-434C-83CF-A13052851249}" dt="2025-11-13T20:36:51.383" v="605" actId="1076"/>
          <ac:spMkLst>
            <pc:docMk/>
            <pc:sldMk cId="3493996368" sldId="256"/>
            <ac:spMk id="14" creationId="{304F8560-A650-9E36-82DA-6D5649A6C0D1}"/>
          </ac:spMkLst>
        </pc:spChg>
        <pc:spChg chg="mod">
          <ac:chgData name="Robert Finch" userId="360118edfabb5ba6" providerId="LiveId" clId="{940D50E2-FEDC-434C-83CF-A13052851249}" dt="2025-11-13T20:39:06.208" v="627" actId="1076"/>
          <ac:spMkLst>
            <pc:docMk/>
            <pc:sldMk cId="3493996368" sldId="256"/>
            <ac:spMk id="15" creationId="{8A60914A-135B-535E-A4E6-CB047D1389AE}"/>
          </ac:spMkLst>
        </pc:spChg>
        <pc:spChg chg="mod">
          <ac:chgData name="Robert Finch" userId="360118edfabb5ba6" providerId="LiveId" clId="{940D50E2-FEDC-434C-83CF-A13052851249}" dt="2025-11-13T20:39:40.534" v="633" actId="1076"/>
          <ac:spMkLst>
            <pc:docMk/>
            <pc:sldMk cId="3493996368" sldId="256"/>
            <ac:spMk id="16" creationId="{FF436A42-A1EB-0562-B784-8E229D49CA6A}"/>
          </ac:spMkLst>
        </pc:spChg>
        <pc:spChg chg="mod">
          <ac:chgData name="Robert Finch" userId="360118edfabb5ba6" providerId="LiveId" clId="{940D50E2-FEDC-434C-83CF-A13052851249}" dt="2025-11-13T20:40:14.982" v="638" actId="1076"/>
          <ac:spMkLst>
            <pc:docMk/>
            <pc:sldMk cId="3493996368" sldId="256"/>
            <ac:spMk id="17" creationId="{B774D86D-B698-D078-FAC0-735B59942F5E}"/>
          </ac:spMkLst>
        </pc:spChg>
        <pc:spChg chg="mod">
          <ac:chgData name="Robert Finch" userId="360118edfabb5ba6" providerId="LiveId" clId="{940D50E2-FEDC-434C-83CF-A13052851249}" dt="2025-11-13T20:40:40.705" v="643" actId="1076"/>
          <ac:spMkLst>
            <pc:docMk/>
            <pc:sldMk cId="3493996368" sldId="256"/>
            <ac:spMk id="18" creationId="{7B8498E8-92C8-F13C-33EB-F8E9FB749EAD}"/>
          </ac:spMkLst>
        </pc:spChg>
        <pc:spChg chg="mod">
          <ac:chgData name="Robert Finch" userId="360118edfabb5ba6" providerId="LiveId" clId="{940D50E2-FEDC-434C-83CF-A13052851249}" dt="2025-11-13T20:41:27.583" v="652" actId="1076"/>
          <ac:spMkLst>
            <pc:docMk/>
            <pc:sldMk cId="3493996368" sldId="256"/>
            <ac:spMk id="19" creationId="{C4E7F9D1-8DF1-12C2-7700-CE06C68FF045}"/>
          </ac:spMkLst>
        </pc:spChg>
        <pc:spChg chg="mod">
          <ac:chgData name="Robert Finch" userId="360118edfabb5ba6" providerId="LiveId" clId="{940D50E2-FEDC-434C-83CF-A13052851249}" dt="2025-11-17T01:31:50.863" v="2703" actId="14100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13T20:38:37.596" v="622" actId="14100"/>
          <ac:spMkLst>
            <pc:docMk/>
            <pc:sldMk cId="3493996368" sldId="256"/>
            <ac:spMk id="21" creationId="{68E9CFA1-3825-4851-2C50-2193AC6FE028}"/>
          </ac:spMkLst>
        </pc:spChg>
        <pc:spChg chg="add mod">
          <ac:chgData name="Robert Finch" userId="360118edfabb5ba6" providerId="LiveId" clId="{940D50E2-FEDC-434C-83CF-A13052851249}" dt="2025-11-23T12:58:44.948" v="2768" actId="14100"/>
          <ac:spMkLst>
            <pc:docMk/>
            <pc:sldMk cId="3493996368" sldId="256"/>
            <ac:spMk id="22" creationId="{C4B08F64-0CD3-8980-398C-ADBA3AB49225}"/>
          </ac:spMkLst>
        </pc:spChg>
        <pc:spChg chg="add mod">
          <ac:chgData name="Robert Finch" userId="360118edfabb5ba6" providerId="LiveId" clId="{940D50E2-FEDC-434C-83CF-A13052851249}" dt="2025-11-17T01:32:34.733" v="2723" actId="14100"/>
          <ac:spMkLst>
            <pc:docMk/>
            <pc:sldMk cId="3493996368" sldId="256"/>
            <ac:spMk id="23" creationId="{6B522A12-A492-6A1C-4438-ABFA464B5CC0}"/>
          </ac:spMkLst>
        </pc:spChg>
        <pc:spChg chg="add mod">
          <ac:chgData name="Robert Finch" userId="360118edfabb5ba6" providerId="LiveId" clId="{940D50E2-FEDC-434C-83CF-A13052851249}" dt="2025-11-17T01:30:57.260" v="2692" actId="14100"/>
          <ac:spMkLst>
            <pc:docMk/>
            <pc:sldMk cId="3493996368" sldId="256"/>
            <ac:spMk id="24" creationId="{E481DB56-C5C9-7AC4-0EE9-D297C341DF43}"/>
          </ac:spMkLst>
        </pc:spChg>
        <pc:spChg chg="add mod">
          <ac:chgData name="Robert Finch" userId="360118edfabb5ba6" providerId="LiveId" clId="{940D50E2-FEDC-434C-83CF-A13052851249}" dt="2025-11-17T01:31:04.638" v="2694" actId="1076"/>
          <ac:spMkLst>
            <pc:docMk/>
            <pc:sldMk cId="3493996368" sldId="256"/>
            <ac:spMk id="25" creationId="{DB92EDD2-6E78-2318-1091-5B24DD3F35EA}"/>
          </ac:spMkLst>
        </pc:spChg>
        <pc:spChg chg="add mod">
          <ac:chgData name="Robert Finch" userId="360118edfabb5ba6" providerId="LiveId" clId="{940D50E2-FEDC-434C-83CF-A13052851249}" dt="2025-11-17T01:32:44.489" v="2726" actId="20577"/>
          <ac:spMkLst>
            <pc:docMk/>
            <pc:sldMk cId="3493996368" sldId="256"/>
            <ac:spMk id="26" creationId="{FB420181-00EB-476F-E8E1-511C1E684828}"/>
          </ac:spMkLst>
        </pc:spChg>
        <pc:spChg chg="add mod">
          <ac:chgData name="Robert Finch" userId="360118edfabb5ba6" providerId="LiveId" clId="{940D50E2-FEDC-434C-83CF-A13052851249}" dt="2025-11-17T01:31:01.999" v="2693" actId="1076"/>
          <ac:spMkLst>
            <pc:docMk/>
            <pc:sldMk cId="3493996368" sldId="256"/>
            <ac:spMk id="27" creationId="{C9B770E9-9E36-BC7B-CD3A-649836BF1379}"/>
          </ac:spMkLst>
        </pc:spChg>
        <pc:spChg chg="add mod">
          <ac:chgData name="Robert Finch" userId="360118edfabb5ba6" providerId="LiveId" clId="{940D50E2-FEDC-434C-83CF-A13052851249}" dt="2025-11-17T01:32:56.146" v="2728" actId="1076"/>
          <ac:spMkLst>
            <pc:docMk/>
            <pc:sldMk cId="3493996368" sldId="256"/>
            <ac:spMk id="28" creationId="{11D3DA34-9AD0-64AB-B290-A53E3F8CB104}"/>
          </ac:spMkLst>
        </pc:spChg>
        <pc:spChg chg="add mod">
          <ac:chgData name="Robert Finch" userId="360118edfabb5ba6" providerId="LiveId" clId="{940D50E2-FEDC-434C-83CF-A13052851249}" dt="2025-11-13T21:04:28.807" v="1019" actId="1076"/>
          <ac:spMkLst>
            <pc:docMk/>
            <pc:sldMk cId="3493996368" sldId="256"/>
            <ac:spMk id="29" creationId="{4CDDCB0D-07E3-F8C0-A2F8-13C02CA1A8B4}"/>
          </ac:spMkLst>
        </pc:spChg>
        <pc:spChg chg="add mod">
          <ac:chgData name="Robert Finch" userId="360118edfabb5ba6" providerId="LiveId" clId="{940D50E2-FEDC-434C-83CF-A13052851249}" dt="2025-11-13T21:04:25.089" v="1018" actId="14100"/>
          <ac:spMkLst>
            <pc:docMk/>
            <pc:sldMk cId="3493996368" sldId="256"/>
            <ac:spMk id="30" creationId="{44EB0E90-3C35-259C-59F8-3056456FD5B3}"/>
          </ac:spMkLst>
        </pc:spChg>
        <pc:spChg chg="add mod">
          <ac:chgData name="Robert Finch" userId="360118edfabb5ba6" providerId="LiveId" clId="{940D50E2-FEDC-434C-83CF-A13052851249}" dt="2025-11-14T22:13:36.104" v="1512" actId="1076"/>
          <ac:spMkLst>
            <pc:docMk/>
            <pc:sldMk cId="3493996368" sldId="256"/>
            <ac:spMk id="31" creationId="{0D5F0C49-D56C-37EF-6204-191B87F32ACB}"/>
          </ac:spMkLst>
        </pc:spChg>
        <pc:spChg chg="add mod">
          <ac:chgData name="Robert Finch" userId="360118edfabb5ba6" providerId="LiveId" clId="{940D50E2-FEDC-434C-83CF-A13052851249}" dt="2025-11-17T01:31:13.314" v="2696" actId="1076"/>
          <ac:spMkLst>
            <pc:docMk/>
            <pc:sldMk cId="3493996368" sldId="256"/>
            <ac:spMk id="32" creationId="{C968DA46-1AA2-CE2E-542C-0AB89CE5CBE1}"/>
          </ac:spMkLst>
        </pc:spChg>
        <pc:spChg chg="mod">
          <ac:chgData name="Robert Finch" userId="360118edfabb5ba6" providerId="LiveId" clId="{940D50E2-FEDC-434C-83CF-A13052851249}" dt="2025-11-17T01:33:06.629" v="2731" actId="14100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14T08:43:27.249" v="1414" actId="20577"/>
          <ac:spMkLst>
            <pc:docMk/>
            <pc:sldMk cId="3493996368" sldId="256"/>
            <ac:spMk id="34" creationId="{F4E2F53D-544F-63C5-E91A-887CB965E6BD}"/>
          </ac:spMkLst>
        </pc:spChg>
        <pc:spChg chg="mod">
          <ac:chgData name="Robert Finch" userId="360118edfabb5ba6" providerId="LiveId" clId="{940D50E2-FEDC-434C-83CF-A13052851249}" dt="2025-11-14T08:44:27.371" v="1416" actId="20577"/>
          <ac:spMkLst>
            <pc:docMk/>
            <pc:sldMk cId="3493996368" sldId="256"/>
            <ac:spMk id="35" creationId="{25707A37-2146-452E-0E55-34D2DD7327B7}"/>
          </ac:spMkLst>
        </pc:spChg>
        <pc:spChg chg="mod">
          <ac:chgData name="Robert Finch" userId="360118edfabb5ba6" providerId="LiveId" clId="{940D50E2-FEDC-434C-83CF-A13052851249}" dt="2025-11-13T20:34:37.253" v="582" actId="1076"/>
          <ac:spMkLst>
            <pc:docMk/>
            <pc:sldMk cId="3493996368" sldId="256"/>
            <ac:spMk id="36" creationId="{11E77748-3C95-E25C-76EF-D8273C5CE235}"/>
          </ac:spMkLst>
        </pc:spChg>
        <pc:spChg chg="mod">
          <ac:chgData name="Robert Finch" userId="360118edfabb5ba6" providerId="LiveId" clId="{940D50E2-FEDC-434C-83CF-A13052851249}" dt="2025-11-13T20:35:23.935" v="591" actId="1076"/>
          <ac:spMkLst>
            <pc:docMk/>
            <pc:sldMk cId="3493996368" sldId="256"/>
            <ac:spMk id="37" creationId="{BFEBD308-3329-3694-F8D8-055311DD8850}"/>
          </ac:spMkLst>
        </pc:spChg>
        <pc:spChg chg="mod">
          <ac:chgData name="Robert Finch" userId="360118edfabb5ba6" providerId="LiveId" clId="{940D50E2-FEDC-434C-83CF-A13052851249}" dt="2025-11-13T20:38:27.857" v="620" actId="1076"/>
          <ac:spMkLst>
            <pc:docMk/>
            <pc:sldMk cId="3493996368" sldId="256"/>
            <ac:spMk id="38" creationId="{5B781C08-EC3C-DA74-AC8B-933D83D07036}"/>
          </ac:spMkLst>
        </pc:spChg>
        <pc:spChg chg="mod">
          <ac:chgData name="Robert Finch" userId="360118edfabb5ba6" providerId="LiveId" clId="{940D50E2-FEDC-434C-83CF-A13052851249}" dt="2025-11-13T20:39:13.379" v="629" actId="1076"/>
          <ac:spMkLst>
            <pc:docMk/>
            <pc:sldMk cId="3493996368" sldId="256"/>
            <ac:spMk id="39" creationId="{8AF02345-C9B1-B6BF-B7E9-41DDA4A6902F}"/>
          </ac:spMkLst>
        </pc:spChg>
        <pc:spChg chg="mod">
          <ac:chgData name="Robert Finch" userId="360118edfabb5ba6" providerId="LiveId" clId="{940D50E2-FEDC-434C-83CF-A13052851249}" dt="2025-11-13T20:36:15.928" v="599" actId="1076"/>
          <ac:spMkLst>
            <pc:docMk/>
            <pc:sldMk cId="3493996368" sldId="256"/>
            <ac:spMk id="40" creationId="{484CA597-998E-8D52-2E20-17E9EDFD37D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1" creationId="{62D03AFF-D0B3-BE37-A62E-0E325F813B5E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2" creationId="{C9FFACE2-7D7C-FD95-7CF1-4CB0CBE5103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3" creationId="{19DD16B5-D0C6-56C6-6D1D-356BDF1FC148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4" creationId="{167BD157-E240-85AE-52D0-4AFE67280838}"/>
          </ac:spMkLst>
        </pc:spChg>
        <pc:spChg chg="mod">
          <ac:chgData name="Robert Finch" userId="360118edfabb5ba6" providerId="LiveId" clId="{940D50E2-FEDC-434C-83CF-A13052851249}" dt="2025-11-13T20:41:35.447" v="653" actId="1076"/>
          <ac:spMkLst>
            <pc:docMk/>
            <pc:sldMk cId="3493996368" sldId="256"/>
            <ac:spMk id="45" creationId="{172682AA-5277-427E-737F-654ABD6B1C6C}"/>
          </ac:spMkLst>
        </pc:spChg>
        <pc:spChg chg="mod">
          <ac:chgData name="Robert Finch" userId="360118edfabb5ba6" providerId="LiveId" clId="{940D50E2-FEDC-434C-83CF-A13052851249}" dt="2025-11-13T20:50:29.187" v="730" actId="14100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13T21:03:32.145" v="989" actId="1076"/>
          <ac:spMkLst>
            <pc:docMk/>
            <pc:sldMk cId="3493996368" sldId="256"/>
            <ac:spMk id="47" creationId="{20481544-3335-7F85-90A9-B756AF2C6056}"/>
          </ac:spMkLst>
        </pc:spChg>
        <pc:spChg chg="add mod">
          <ac:chgData name="Robert Finch" userId="360118edfabb5ba6" providerId="LiveId" clId="{940D50E2-FEDC-434C-83CF-A13052851249}" dt="2025-11-17T01:33:02.208" v="2730" actId="1076"/>
          <ac:spMkLst>
            <pc:docMk/>
            <pc:sldMk cId="3493996368" sldId="256"/>
            <ac:spMk id="48" creationId="{93F6DCD7-0DCD-999B-1D94-DD1C827A5C8D}"/>
          </ac:spMkLst>
        </pc:spChg>
        <pc:spChg chg="mod">
          <ac:chgData name="Robert Finch" userId="360118edfabb5ba6" providerId="LiveId" clId="{940D50E2-FEDC-434C-83CF-A13052851249}" dt="2025-11-14T22:11:58.300" v="1442" actId="20577"/>
          <ac:spMkLst>
            <pc:docMk/>
            <pc:sldMk cId="3493996368" sldId="256"/>
            <ac:spMk id="61" creationId="{E77A8B29-734E-EC7F-F576-39843C2E7F94}"/>
          </ac:spMkLst>
        </pc:spChg>
        <pc:spChg chg="mod">
          <ac:chgData name="Robert Finch" userId="360118edfabb5ba6" providerId="LiveId" clId="{940D50E2-FEDC-434C-83CF-A13052851249}" dt="2025-11-13T20:33:50.795" v="574" actId="1076"/>
          <ac:spMkLst>
            <pc:docMk/>
            <pc:sldMk cId="3493996368" sldId="256"/>
            <ac:spMk id="62" creationId="{F11ED450-E4A5-82D3-797A-3FBDBD5B5A63}"/>
          </ac:spMkLst>
        </pc:spChg>
        <pc:spChg chg="mod">
          <ac:chgData name="Robert Finch" userId="360118edfabb5ba6" providerId="LiveId" clId="{940D50E2-FEDC-434C-83CF-A13052851249}" dt="2025-11-13T20:34:42.171" v="583" actId="1076"/>
          <ac:spMkLst>
            <pc:docMk/>
            <pc:sldMk cId="3493996368" sldId="256"/>
            <ac:spMk id="63" creationId="{80B4887C-AC92-6545-FF32-3106C78F0D5C}"/>
          </ac:spMkLst>
        </pc:spChg>
        <pc:spChg chg="mod">
          <ac:chgData name="Robert Finch" userId="360118edfabb5ba6" providerId="LiveId" clId="{940D50E2-FEDC-434C-83CF-A13052851249}" dt="2025-11-23T12:58:05.311" v="2756" actId="14100"/>
          <ac:spMkLst>
            <pc:docMk/>
            <pc:sldMk cId="3493996368" sldId="256"/>
            <ac:spMk id="64" creationId="{8CC4E98C-122B-753D-15C6-7409B9E8BB46}"/>
          </ac:spMkLst>
        </pc:spChg>
        <pc:spChg chg="mod">
          <ac:chgData name="Robert Finch" userId="360118edfabb5ba6" providerId="LiveId" clId="{940D50E2-FEDC-434C-83CF-A13052851249}" dt="2025-11-13T20:36:31.823" v="602" actId="1076"/>
          <ac:spMkLst>
            <pc:docMk/>
            <pc:sldMk cId="3493996368" sldId="256"/>
            <ac:spMk id="65" creationId="{951ABB06-5D96-AAE7-9FD3-EA359A5E8223}"/>
          </ac:spMkLst>
        </pc:spChg>
        <pc:spChg chg="mod">
          <ac:chgData name="Robert Finch" userId="360118edfabb5ba6" providerId="LiveId" clId="{940D50E2-FEDC-434C-83CF-A13052851249}" dt="2025-11-13T20:37:09.654" v="607" actId="1076"/>
          <ac:spMkLst>
            <pc:docMk/>
            <pc:sldMk cId="3493996368" sldId="256"/>
            <ac:spMk id="66" creationId="{AB5F88CB-D03F-AE66-BD51-FBB1A8CD5B49}"/>
          </ac:spMkLst>
        </pc:spChg>
        <pc:spChg chg="mod">
          <ac:chgData name="Robert Finch" userId="360118edfabb5ba6" providerId="LiveId" clId="{940D50E2-FEDC-434C-83CF-A13052851249}" dt="2025-11-13T20:38:43.290" v="623" actId="1076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13T20:39:10.141" v="628" actId="1076"/>
          <ac:spMkLst>
            <pc:docMk/>
            <pc:sldMk cId="3493996368" sldId="256"/>
            <ac:spMk id="68" creationId="{15F2B693-EEDB-034A-111E-FB5F74852603}"/>
          </ac:spMkLst>
        </pc:spChg>
        <pc:spChg chg="mod">
          <ac:chgData name="Robert Finch" userId="360118edfabb5ba6" providerId="LiveId" clId="{940D50E2-FEDC-434C-83CF-A13052851249}" dt="2025-11-13T20:41:45.363" v="655" actId="1076"/>
          <ac:spMkLst>
            <pc:docMk/>
            <pc:sldMk cId="3493996368" sldId="256"/>
            <ac:spMk id="69" creationId="{4D58C537-31EA-8880-0C4B-CF20D2ED8B32}"/>
          </ac:spMkLst>
        </pc:spChg>
        <pc:spChg chg="mod">
          <ac:chgData name="Robert Finch" userId="360118edfabb5ba6" providerId="LiveId" clId="{940D50E2-FEDC-434C-83CF-A13052851249}" dt="2025-11-13T20:41:15.258" v="649" actId="1076"/>
          <ac:spMkLst>
            <pc:docMk/>
            <pc:sldMk cId="3493996368" sldId="256"/>
            <ac:spMk id="70" creationId="{9BB8CC11-8D92-539C-E5E8-DAA6D4EFCA99}"/>
          </ac:spMkLst>
        </pc:spChg>
        <pc:spChg chg="mod">
          <ac:chgData name="Robert Finch" userId="360118edfabb5ba6" providerId="LiveId" clId="{940D50E2-FEDC-434C-83CF-A13052851249}" dt="2025-11-17T01:31:58.325" v="2704" actId="14100"/>
          <ac:spMkLst>
            <pc:docMk/>
            <pc:sldMk cId="3493996368" sldId="256"/>
            <ac:spMk id="71" creationId="{1C6F6109-CE91-55C0-CDE9-1FA0A55E1768}"/>
          </ac:spMkLst>
        </pc:spChg>
        <pc:spChg chg="mod">
          <ac:chgData name="Robert Finch" userId="360118edfabb5ba6" providerId="LiveId" clId="{940D50E2-FEDC-434C-83CF-A13052851249}" dt="2025-11-17T01:34:27.290" v="2733" actId="20577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17T01:36:05.872" v="2736" actId="1076"/>
          <ac:spMkLst>
            <pc:docMk/>
            <pc:sldMk cId="3493996368" sldId="256"/>
            <ac:spMk id="73" creationId="{9591EC54-63D4-66BF-6A61-348EBA5DF458}"/>
          </ac:spMkLst>
        </pc:spChg>
        <pc:spChg chg="mod">
          <ac:chgData name="Robert Finch" userId="360118edfabb5ba6" providerId="LiveId" clId="{940D50E2-FEDC-434C-83CF-A13052851249}" dt="2025-11-17T01:35:58.587" v="2734" actId="1076"/>
          <ac:spMkLst>
            <pc:docMk/>
            <pc:sldMk cId="3493996368" sldId="256"/>
            <ac:spMk id="74" creationId="{4B9836E3-4F30-B303-77D3-E7C70ED48919}"/>
          </ac:spMkLst>
        </pc:spChg>
        <pc:spChg chg="mod">
          <ac:chgData name="Robert Finch" userId="360118edfabb5ba6" providerId="LiveId" clId="{940D50E2-FEDC-434C-83CF-A13052851249}" dt="2025-11-17T01:36:02.805" v="2735" actId="1076"/>
          <ac:spMkLst>
            <pc:docMk/>
            <pc:sldMk cId="3493996368" sldId="256"/>
            <ac:spMk id="75" creationId="{842A2CC6-130A-0169-AA3C-3244405DA334}"/>
          </ac:spMkLst>
        </pc:spChg>
        <pc:spChg chg="add mod">
          <ac:chgData name="Robert Finch" userId="360118edfabb5ba6" providerId="LiveId" clId="{940D50E2-FEDC-434C-83CF-A13052851249}" dt="2025-11-17T01:31:19.304" v="2697" actId="1076"/>
          <ac:spMkLst>
            <pc:docMk/>
            <pc:sldMk cId="3493996368" sldId="256"/>
            <ac:spMk id="78" creationId="{5AA53529-B298-EF3D-BEB2-1D4443ECAF4C}"/>
          </ac:spMkLst>
        </pc:spChg>
        <pc:spChg chg="mod">
          <ac:chgData name="Robert Finch" userId="360118edfabb5ba6" providerId="LiveId" clId="{940D50E2-FEDC-434C-83CF-A13052851249}" dt="2025-11-13T20:51:51.022" v="827" actId="20577"/>
          <ac:spMkLst>
            <pc:docMk/>
            <pc:sldMk cId="3493996368" sldId="256"/>
            <ac:spMk id="79" creationId="{C2658078-6571-A2AC-B706-BC5A4D49B71C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80" creationId="{23031C47-9C51-2E3C-8044-86E760B0C279}"/>
          </ac:spMkLst>
        </pc:spChg>
        <pc:spChg chg="mod">
          <ac:chgData name="Robert Finch" userId="360118edfabb5ba6" providerId="LiveId" clId="{940D50E2-FEDC-434C-83CF-A13052851249}" dt="2025-11-13T20:41:54.510" v="656" actId="1076"/>
          <ac:spMkLst>
            <pc:docMk/>
            <pc:sldMk cId="3493996368" sldId="256"/>
            <ac:spMk id="81" creationId="{3FEF0634-1D91-3B54-C02B-6679ACB17214}"/>
          </ac:spMkLst>
        </pc:spChg>
        <pc:spChg chg="mod">
          <ac:chgData name="Robert Finch" userId="360118edfabb5ba6" providerId="LiveId" clId="{940D50E2-FEDC-434C-83CF-A13052851249}" dt="2025-11-13T20:42:12.527" v="659" actId="1076"/>
          <ac:spMkLst>
            <pc:docMk/>
            <pc:sldMk cId="3493996368" sldId="256"/>
            <ac:spMk id="82" creationId="{358B07E1-F8AC-5A1E-64F8-01F9710B3DA6}"/>
          </ac:spMkLst>
        </pc:spChg>
        <pc:spChg chg="mod">
          <ac:chgData name="Robert Finch" userId="360118edfabb5ba6" providerId="LiveId" clId="{940D50E2-FEDC-434C-83CF-A13052851249}" dt="2025-11-14T08:44:39.184" v="1418" actId="1076"/>
          <ac:spMkLst>
            <pc:docMk/>
            <pc:sldMk cId="3493996368" sldId="256"/>
            <ac:spMk id="84" creationId="{B35101C1-E541-D542-199F-C5DB73595420}"/>
          </ac:spMkLst>
        </pc:spChg>
        <pc:spChg chg="mod">
          <ac:chgData name="Robert Finch" userId="360118edfabb5ba6" providerId="LiveId" clId="{940D50E2-FEDC-434C-83CF-A13052851249}" dt="2025-11-13T20:33:57.184" v="575" actId="1076"/>
          <ac:spMkLst>
            <pc:docMk/>
            <pc:sldMk cId="3493996368" sldId="256"/>
            <ac:spMk id="85" creationId="{33E520EF-4343-E99C-087F-0232C7BC6D24}"/>
          </ac:spMkLst>
        </pc:spChg>
        <pc:spChg chg="mod">
          <ac:chgData name="Robert Finch" userId="360118edfabb5ba6" providerId="LiveId" clId="{940D50E2-FEDC-434C-83CF-A13052851249}" dt="2025-11-13T20:34:46.866" v="584" actId="1076"/>
          <ac:spMkLst>
            <pc:docMk/>
            <pc:sldMk cId="3493996368" sldId="256"/>
            <ac:spMk id="86" creationId="{78FB1DF9-D495-C990-6566-49EAD69A86AB}"/>
          </ac:spMkLst>
        </pc:spChg>
        <pc:spChg chg="mod ord">
          <ac:chgData name="Robert Finch" userId="360118edfabb5ba6" providerId="LiveId" clId="{940D50E2-FEDC-434C-83CF-A13052851249}" dt="2025-11-13T20:35:36.793" v="593" actId="1076"/>
          <ac:spMkLst>
            <pc:docMk/>
            <pc:sldMk cId="3493996368" sldId="256"/>
            <ac:spMk id="87" creationId="{AF88EC9D-8895-9EB8-CB82-C39049FDD38D}"/>
          </ac:spMkLst>
        </pc:spChg>
        <pc:spChg chg="mod">
          <ac:chgData name="Robert Finch" userId="360118edfabb5ba6" providerId="LiveId" clId="{940D50E2-FEDC-434C-83CF-A13052851249}" dt="2025-11-13T20:36:10.530" v="598" actId="1076"/>
          <ac:spMkLst>
            <pc:docMk/>
            <pc:sldMk cId="3493996368" sldId="256"/>
            <ac:spMk id="88" creationId="{49D1C316-B5D7-51AD-7A45-655722475189}"/>
          </ac:spMkLst>
        </pc:spChg>
        <pc:spChg chg="mod">
          <ac:chgData name="Robert Finch" userId="360118edfabb5ba6" providerId="LiveId" clId="{940D50E2-FEDC-434C-83CF-A13052851249}" dt="2025-11-13T20:37:23.888" v="609" actId="1076"/>
          <ac:spMkLst>
            <pc:docMk/>
            <pc:sldMk cId="3493996368" sldId="256"/>
            <ac:spMk id="89" creationId="{357226EE-43AD-3F0F-0A0E-8ECA87874481}"/>
          </ac:spMkLst>
        </pc:spChg>
        <pc:spChg chg="mod">
          <ac:chgData name="Robert Finch" userId="360118edfabb5ba6" providerId="LiveId" clId="{940D50E2-FEDC-434C-83CF-A13052851249}" dt="2025-11-13T20:38:53.619" v="624" actId="1076"/>
          <ac:spMkLst>
            <pc:docMk/>
            <pc:sldMk cId="3493996368" sldId="256"/>
            <ac:spMk id="90" creationId="{3E8870B3-430D-D283-D86C-4C514A5BF941}"/>
          </ac:spMkLst>
        </pc:spChg>
        <pc:spChg chg="mod">
          <ac:chgData name="Robert Finch" userId="360118edfabb5ba6" providerId="LiveId" clId="{940D50E2-FEDC-434C-83CF-A13052851249}" dt="2025-11-13T21:08:10.398" v="1136" actId="1076"/>
          <ac:spMkLst>
            <pc:docMk/>
            <pc:sldMk cId="3493996368" sldId="256"/>
            <ac:spMk id="91" creationId="{CD0E5963-C409-D8AD-920C-2D8AB5A17E9C}"/>
          </ac:spMkLst>
        </pc:spChg>
        <pc:spChg chg="mod">
          <ac:chgData name="Robert Finch" userId="360118edfabb5ba6" providerId="LiveId" clId="{940D50E2-FEDC-434C-83CF-A13052851249}" dt="2025-11-13T20:42:17.907" v="660" actId="1076"/>
          <ac:spMkLst>
            <pc:docMk/>
            <pc:sldMk cId="3493996368" sldId="256"/>
            <ac:spMk id="92" creationId="{5181DFDA-4CD0-5C12-2298-C7B2CE37957D}"/>
          </ac:spMkLst>
        </pc:spChg>
        <pc:spChg chg="add mod">
          <ac:chgData name="Robert Finch" userId="360118edfabb5ba6" providerId="LiveId" clId="{940D50E2-FEDC-434C-83CF-A13052851249}" dt="2025-11-17T01:31:22.991" v="2698" actId="1076"/>
          <ac:spMkLst>
            <pc:docMk/>
            <pc:sldMk cId="3493996368" sldId="256"/>
            <ac:spMk id="94" creationId="{2B9C3FDD-E935-4F8F-A3B4-D03E1AE89E70}"/>
          </ac:spMkLst>
        </pc:spChg>
        <pc:spChg chg="add mod">
          <ac:chgData name="Robert Finch" userId="360118edfabb5ba6" providerId="LiveId" clId="{940D50E2-FEDC-434C-83CF-A13052851249}" dt="2025-11-13T21:04:12.319" v="1015" actId="14100"/>
          <ac:spMkLst>
            <pc:docMk/>
            <pc:sldMk cId="3493996368" sldId="256"/>
            <ac:spMk id="95" creationId="{818A4B9F-614C-0A8D-0E5A-11F2715FEFA7}"/>
          </ac:spMkLst>
        </pc:spChg>
        <pc:spChg chg="add mod">
          <ac:chgData name="Robert Finch" userId="360118edfabb5ba6" providerId="LiveId" clId="{940D50E2-FEDC-434C-83CF-A13052851249}" dt="2025-11-13T21:08:14.379" v="1137" actId="1076"/>
          <ac:spMkLst>
            <pc:docMk/>
            <pc:sldMk cId="3493996368" sldId="256"/>
            <ac:spMk id="97" creationId="{5A1A0868-613A-7356-225A-7748D7DD9C03}"/>
          </ac:spMkLst>
        </pc:spChg>
        <pc:spChg chg="add mod">
          <ac:chgData name="Robert Finch" userId="360118edfabb5ba6" providerId="LiveId" clId="{940D50E2-FEDC-434C-83CF-A13052851249}" dt="2025-11-17T01:31:32.522" v="2700" actId="1076"/>
          <ac:spMkLst>
            <pc:docMk/>
            <pc:sldMk cId="3493996368" sldId="256"/>
            <ac:spMk id="106" creationId="{70368FDF-06CC-5DB3-E45A-CFB9D5FE4C3F}"/>
          </ac:spMkLst>
        </pc:spChg>
        <pc:spChg chg="add mod">
          <ac:chgData name="Robert Finch" userId="360118edfabb5ba6" providerId="LiveId" clId="{940D50E2-FEDC-434C-83CF-A13052851249}" dt="2025-11-17T01:31:37.241" v="2701" actId="1076"/>
          <ac:spMkLst>
            <pc:docMk/>
            <pc:sldMk cId="3493996368" sldId="256"/>
            <ac:spMk id="107" creationId="{0B3BB0DD-364C-9C0A-D374-2C3A40385486}"/>
          </ac:spMkLst>
        </pc:spChg>
        <pc:spChg chg="add mod">
          <ac:chgData name="Robert Finch" userId="360118edfabb5ba6" providerId="LiveId" clId="{940D50E2-FEDC-434C-83CF-A13052851249}" dt="2025-11-17T01:31:47.306" v="2702" actId="1076"/>
          <ac:spMkLst>
            <pc:docMk/>
            <pc:sldMk cId="3493996368" sldId="256"/>
            <ac:spMk id="109" creationId="{6FBE0B35-0304-3DC6-3097-3C12B2CB2125}"/>
          </ac:spMkLst>
        </pc:spChg>
        <pc:spChg chg="add mod ord">
          <ac:chgData name="Robert Finch" userId="360118edfabb5ba6" providerId="LiveId" clId="{940D50E2-FEDC-434C-83CF-A13052851249}" dt="2025-11-14T08:46:26.783" v="1439" actId="167"/>
          <ac:spMkLst>
            <pc:docMk/>
            <pc:sldMk cId="3493996368" sldId="256"/>
            <ac:spMk id="110" creationId="{AA136E37-5431-E8FB-B541-92D80BAE5C5D}"/>
          </ac:spMkLst>
        </pc:spChg>
        <pc:cxnChg chg="mod">
          <ac:chgData name="Robert Finch" userId="360118edfabb5ba6" providerId="LiveId" clId="{940D50E2-FEDC-434C-83CF-A13052851249}" dt="2025-11-17T01:32:01.363" v="2705" actId="14100"/>
          <ac:cxnSpMkLst>
            <pc:docMk/>
            <pc:sldMk cId="3493996368" sldId="256"/>
            <ac:cxnSpMk id="76" creationId="{3CEC3892-632B-818B-78C4-59F223B66684}"/>
          </ac:cxnSpMkLst>
        </pc:cxnChg>
        <pc:cxnChg chg="add">
          <ac:chgData name="Robert Finch" userId="360118edfabb5ba6" providerId="LiveId" clId="{940D50E2-FEDC-434C-83CF-A13052851249}" dt="2025-11-13T21:08:18.893" v="1138" actId="11529"/>
          <ac:cxnSpMkLst>
            <pc:docMk/>
            <pc:sldMk cId="3493996368" sldId="256"/>
            <ac:cxnSpMk id="99" creationId="{41F93285-5143-E06F-5514-FC1C3854AE4E}"/>
          </ac:cxnSpMkLst>
        </pc:cxnChg>
        <pc:cxnChg chg="add">
          <ac:chgData name="Robert Finch" userId="360118edfabb5ba6" providerId="LiveId" clId="{940D50E2-FEDC-434C-83CF-A13052851249}" dt="2025-11-13T21:08:26.606" v="1139" actId="11529"/>
          <ac:cxnSpMkLst>
            <pc:docMk/>
            <pc:sldMk cId="3493996368" sldId="256"/>
            <ac:cxnSpMk id="101" creationId="{B342B8BB-585D-7B3C-4B3B-56191BF22736}"/>
          </ac:cxnSpMkLst>
        </pc:cxnChg>
        <pc:cxnChg chg="add">
          <ac:chgData name="Robert Finch" userId="360118edfabb5ba6" providerId="LiveId" clId="{940D50E2-FEDC-434C-83CF-A13052851249}" dt="2025-11-13T21:08:37.354" v="1140" actId="11529"/>
          <ac:cxnSpMkLst>
            <pc:docMk/>
            <pc:sldMk cId="3493996368" sldId="256"/>
            <ac:cxnSpMk id="103" creationId="{8C788CD4-DE31-AEDD-1B6C-A0EE6B0EEA7A}"/>
          </ac:cxnSpMkLst>
        </pc:cxnChg>
        <pc:cxnChg chg="add">
          <ac:chgData name="Robert Finch" userId="360118edfabb5ba6" providerId="LiveId" clId="{940D50E2-FEDC-434C-83CF-A13052851249}" dt="2025-11-13T21:08:44.086" v="1141" actId="11529"/>
          <ac:cxnSpMkLst>
            <pc:docMk/>
            <pc:sldMk cId="3493996368" sldId="256"/>
            <ac:cxnSpMk id="105" creationId="{A961A69D-8F94-0A24-1763-92B5BC676AF9}"/>
          </ac:cxnSpMkLst>
        </pc:cxnChg>
      </pc:sldChg>
      <pc:sldChg chg="addSp delSp modSp mod">
        <pc:chgData name="Robert Finch" userId="360118edfabb5ba6" providerId="LiveId" clId="{940D50E2-FEDC-434C-83CF-A13052851249}" dt="2025-11-13T21:14:07.027" v="1352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13T19:23:57.653" v="501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13T19:23:53.549" v="499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13T19:24:10.863" v="502" actId="1076"/>
          <ac:spMkLst>
            <pc:docMk/>
            <pc:sldMk cId="2594290601" sldId="257"/>
            <ac:spMk id="16" creationId="{8E2CCC9A-50A2-4505-C9BD-E02C96FA3D21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11T00:18:23.324" v="485" actId="20577"/>
          <ac:spMkLst>
            <pc:docMk/>
            <pc:sldMk cId="2594290601" sldId="257"/>
            <ac:spMk id="38" creationId="{E011F6C4-3F05-4093-DF1A-05D8225E0985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13T21:14:07.027" v="1352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26T10:30:55.569" v="4140" actId="20577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mod">
          <ac:chgData name="Robert Finch" userId="360118edfabb5ba6" providerId="LiveId" clId="{940D50E2-FEDC-434C-83CF-A13052851249}" dt="2025-11-11T00:16:40.680" v="476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11T00:16:50.922" v="479" actId="1076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11T00:16:47.423" v="478" actId="14100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13T21:10:58.588" v="1236" actId="20577"/>
          <ac:spMkLst>
            <pc:docMk/>
            <pc:sldMk cId="2650679018" sldId="258"/>
            <ac:spMk id="7" creationId="{D2ED940B-FECC-5AFE-06CF-9E5B830F4097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9" creationId="{10446022-A4BE-40D7-EABF-0A19BD6EA9F1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17" creationId="{0444BF74-CFF6-951A-87EC-16B2A330A5A0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18" creationId="{09928937-A9AD-DE98-8A49-0F15062A99DD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19" creationId="{0E55A60A-01AE-6211-2F8A-CA5112759DAE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27" creationId="{2B30CE28-37BB-4E0F-2446-CA1F48B6C715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mod">
          <ac:chgData name="Robert Finch" userId="360118edfabb5ba6" providerId="LiveId" clId="{940D50E2-FEDC-434C-83CF-A13052851249}" dt="2025-11-26T10:30:55.569" v="4140" actId="20577"/>
          <ac:spMkLst>
            <pc:docMk/>
            <pc:sldMk cId="2650679018" sldId="258"/>
            <ac:spMk id="38" creationId="{15067C78-238E-0C37-463C-051DD16AD52D}"/>
          </ac:spMkLst>
        </pc:spChg>
        <pc:spChg chg="mod">
          <ac:chgData name="Robert Finch" userId="360118edfabb5ba6" providerId="LiveId" clId="{940D50E2-FEDC-434C-83CF-A13052851249}" dt="2025-11-26T10:26:44.539" v="4019" actId="1076"/>
          <ac:spMkLst>
            <pc:docMk/>
            <pc:sldMk cId="2650679018" sldId="258"/>
            <ac:spMk id="41" creationId="{78CEC9CD-987F-19C4-9645-8582CAB8B8E1}"/>
          </ac:spMkLst>
        </pc:spChg>
        <pc:spChg chg="mod">
          <ac:chgData name="Robert Finch" userId="360118edfabb5ba6" providerId="LiveId" clId="{940D50E2-FEDC-434C-83CF-A13052851249}" dt="2025-11-13T21:11:18.540" v="1246" actId="1076"/>
          <ac:spMkLst>
            <pc:docMk/>
            <pc:sldMk cId="2650679018" sldId="258"/>
            <ac:spMk id="42" creationId="{03CE8FF0-7A85-E9A2-3D8D-2E0A8C026A3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26T10:29:37.394" v="4081" actId="1076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26T10:29:11.943" v="4079" actId="404"/>
          <ac:spMkLst>
            <pc:docMk/>
            <pc:sldMk cId="2650679018" sldId="258"/>
            <ac:spMk id="47" creationId="{FDB2C585-DCB8-330F-C09D-48F6756F9307}"/>
          </ac:spMkLst>
        </pc:spChg>
        <pc:cxnChg chg="mod">
          <ac:chgData name="Robert Finch" userId="360118edfabb5ba6" providerId="LiveId" clId="{940D50E2-FEDC-434C-83CF-A13052851249}" dt="2025-11-26T10:26:49.354" v="4020" actId="14100"/>
          <ac:cxnSpMkLst>
            <pc:docMk/>
            <pc:sldMk cId="2650679018" sldId="258"/>
            <ac:cxnSpMk id="40" creationId="{0D3E1EAB-8C54-2C4D-CBE5-F4D132E74ADA}"/>
          </ac:cxnSpMkLst>
        </pc:cxnChg>
      </pc:sldChg>
      <pc:sldChg chg="addSp delSp modSp mod">
        <pc:chgData name="Robert Finch" userId="360118edfabb5ba6" providerId="LiveId" clId="{940D50E2-FEDC-434C-83CF-A13052851249}" dt="2025-11-13T21:16:06.984" v="1373" actId="6549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13T19:24:29.041" v="507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13T19:24:24.080" v="505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13T19:24:37.362" v="508" actId="1076"/>
          <ac:spMkLst>
            <pc:docMk/>
            <pc:sldMk cId="2694914445" sldId="259"/>
            <ac:spMk id="9" creationId="{14B384DD-9D81-9F38-26B7-8F5F8B7F8585}"/>
          </ac:spMkLst>
        </pc:spChg>
        <pc:spChg chg="mod">
          <ac:chgData name="Robert Finch" userId="360118edfabb5ba6" providerId="LiveId" clId="{940D50E2-FEDC-434C-83CF-A13052851249}" dt="2025-11-13T21:14:40.510" v="1355" actId="20577"/>
          <ac:spMkLst>
            <pc:docMk/>
            <pc:sldMk cId="2694914445" sldId="259"/>
            <ac:spMk id="19" creationId="{6764D332-B889-AF93-14C7-5BC631FE0D2D}"/>
          </ac:spMkLst>
        </pc:spChg>
        <pc:spChg chg="mod">
          <ac:chgData name="Robert Finch" userId="360118edfabb5ba6" providerId="LiveId" clId="{940D50E2-FEDC-434C-83CF-A13052851249}" dt="2025-11-13T21:14:36.965" v="1354" actId="20577"/>
          <ac:spMkLst>
            <pc:docMk/>
            <pc:sldMk cId="2694914445" sldId="259"/>
            <ac:spMk id="20" creationId="{BCB05E56-0A5C-3EB0-890A-604E7BC1B2F4}"/>
          </ac:spMkLst>
        </pc:spChg>
        <pc:spChg chg="mod">
          <ac:chgData name="Robert Finch" userId="360118edfabb5ba6" providerId="LiveId" clId="{940D50E2-FEDC-434C-83CF-A13052851249}" dt="2025-11-13T21:14:33.373" v="1353" actId="20577"/>
          <ac:spMkLst>
            <pc:docMk/>
            <pc:sldMk cId="2694914445" sldId="259"/>
            <ac:spMk id="21" creationId="{7DC7C2C0-1EEB-76FA-DAB3-351C6C3A3840}"/>
          </ac:spMkLst>
        </pc:spChg>
        <pc:spChg chg="mod">
          <ac:chgData name="Robert Finch" userId="360118edfabb5ba6" providerId="LiveId" clId="{940D50E2-FEDC-434C-83CF-A13052851249}" dt="2025-11-13T21:14:50.518" v="1368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mod">
          <ac:chgData name="Robert Finch" userId="360118edfabb5ba6" providerId="LiveId" clId="{940D50E2-FEDC-434C-83CF-A13052851249}" dt="2025-11-13T21:16:06.984" v="1373" actId="6549"/>
          <ac:spMkLst>
            <pc:docMk/>
            <pc:sldMk cId="2694914445" sldId="259"/>
            <ac:spMk id="25" creationId="{2BA53338-E8D4-C04A-D5CE-71EE6678BA98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13T21:14:43.293" v="1356" actId="20577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13T21:12:10.322" v="1248" actId="6549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13T21:10:00.871" v="1145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13T21:10:07.022" v="1149" actId="20577"/>
          <ac:spMkLst>
            <pc:docMk/>
            <pc:sldMk cId="3556507299" sldId="261"/>
            <ac:spMk id="7" creationId="{BD40131C-599A-B7F8-B65E-6D317ECE80A6}"/>
          </ac:spMkLst>
        </pc:spChg>
        <pc:spChg chg="mod">
          <ac:chgData name="Robert Finch" userId="360118edfabb5ba6" providerId="LiveId" clId="{940D50E2-FEDC-434C-83CF-A13052851249}" dt="2025-11-13T21:12:10.322" v="1248" actId="6549"/>
          <ac:spMkLst>
            <pc:docMk/>
            <pc:sldMk cId="3556507299" sldId="261"/>
            <ac:spMk id="13" creationId="{649180C8-07F1-767C-4F1A-AF0A912BE46F}"/>
          </ac:spMkLst>
        </pc:spChg>
      </pc:sldChg>
      <pc:sldChg chg="addSp delSp modSp new mod">
        <pc:chgData name="Robert Finch" userId="360118edfabb5ba6" providerId="LiveId" clId="{940D50E2-FEDC-434C-83CF-A13052851249}" dt="2025-11-14T22:38:22.895" v="2395" actId="1076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1-14T22:15:25.451" v="1545" actId="1076"/>
          <ac:spMkLst>
            <pc:docMk/>
            <pc:sldMk cId="1888516878" sldId="262"/>
            <ac:spMk id="2" creationId="{CD976A82-092D-CF16-A768-4B843A414F2D}"/>
          </ac:spMkLst>
        </pc:spChg>
        <pc:spChg chg="add mod">
          <ac:chgData name="Robert Finch" userId="360118edfabb5ba6" providerId="LiveId" clId="{940D50E2-FEDC-434C-83CF-A13052851249}" dt="2025-11-14T22:17:22.973" v="1613" actId="1076"/>
          <ac:spMkLst>
            <pc:docMk/>
            <pc:sldMk cId="1888516878" sldId="262"/>
            <ac:spMk id="4" creationId="{96954E2B-447A-3F7A-0FC3-E6CAE451E1D5}"/>
          </ac:spMkLst>
        </pc:spChg>
        <pc:spChg chg="add mod">
          <ac:chgData name="Robert Finch" userId="360118edfabb5ba6" providerId="LiveId" clId="{940D50E2-FEDC-434C-83CF-A13052851249}" dt="2025-11-14T22:17:17.634" v="1612" actId="20577"/>
          <ac:spMkLst>
            <pc:docMk/>
            <pc:sldMk cId="1888516878" sldId="262"/>
            <ac:spMk id="5" creationId="{46355EF9-E535-BB32-A603-315D68A4CF9D}"/>
          </ac:spMkLst>
        </pc:spChg>
        <pc:spChg chg="add mod">
          <ac:chgData name="Robert Finch" userId="360118edfabb5ba6" providerId="LiveId" clId="{940D50E2-FEDC-434C-83CF-A13052851249}" dt="2025-11-14T22:17:33.264" v="1622" actId="14100"/>
          <ac:spMkLst>
            <pc:docMk/>
            <pc:sldMk cId="1888516878" sldId="262"/>
            <ac:spMk id="6" creationId="{D153A54E-9958-C86D-AFF0-6DF07F6D11E5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7" creationId="{0AB29C90-9E5D-09FF-C54D-5686CF22F15D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8" creationId="{02C55BF0-D12E-9A47-9CAD-7AD610798C73}"/>
          </ac:spMkLst>
        </pc:spChg>
        <pc:spChg chg="add mod">
          <ac:chgData name="Robert Finch" userId="360118edfabb5ba6" providerId="LiveId" clId="{940D50E2-FEDC-434C-83CF-A13052851249}" dt="2025-11-14T22:21:47.761" v="1708" actId="1076"/>
          <ac:spMkLst>
            <pc:docMk/>
            <pc:sldMk cId="1888516878" sldId="262"/>
            <ac:spMk id="9" creationId="{C598CC17-9D06-901F-3C9C-8A12A1EBB6B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0" creationId="{5A1B46AF-FFB7-C943-5143-303058ED217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1" creationId="{AB787AFF-4B81-57CD-C80A-3A45635AEDC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2" creationId="{2173CF43-E767-12EB-0CA2-01FC0DA056FA}"/>
          </ac:spMkLst>
        </pc:spChg>
        <pc:spChg chg="add mod">
          <ac:chgData name="Robert Finch" userId="360118edfabb5ba6" providerId="LiveId" clId="{940D50E2-FEDC-434C-83CF-A13052851249}" dt="2025-11-14T22:21:51.092" v="1709" actId="20577"/>
          <ac:spMkLst>
            <pc:docMk/>
            <pc:sldMk cId="1888516878" sldId="262"/>
            <ac:spMk id="13" creationId="{90EF87FE-1F84-5C9D-BDA3-2C56432EBBA3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4" creationId="{C9BD3838-BBDB-84C4-AD94-659C06006C1C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5" creationId="{C5572CD2-600D-3953-1A11-0F4FD1D662D2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6" creationId="{FA1C4564-E4BA-2915-6206-89E01FF3C15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7" creationId="{E3A8AAAC-D734-A25E-54BD-D9F10ECD2BCB}"/>
          </ac:spMkLst>
        </pc:spChg>
        <pc:spChg chg="add mod">
          <ac:chgData name="Robert Finch" userId="360118edfabb5ba6" providerId="LiveId" clId="{940D50E2-FEDC-434C-83CF-A13052851249}" dt="2025-11-14T22:22:04.608" v="1712" actId="20577"/>
          <ac:spMkLst>
            <pc:docMk/>
            <pc:sldMk cId="1888516878" sldId="262"/>
            <ac:spMk id="18" creationId="{89914D81-351C-9715-996D-D351355B0C9A}"/>
          </ac:spMkLst>
        </pc:spChg>
        <pc:spChg chg="add mod">
          <ac:chgData name="Robert Finch" userId="360118edfabb5ba6" providerId="LiveId" clId="{940D50E2-FEDC-434C-83CF-A13052851249}" dt="2025-11-14T22:22:57.992" v="1727" actId="20577"/>
          <ac:spMkLst>
            <pc:docMk/>
            <pc:sldMk cId="1888516878" sldId="262"/>
            <ac:spMk id="19" creationId="{929D795E-7D96-2BDD-2B15-8851834D25D3}"/>
          </ac:spMkLst>
        </pc:spChg>
        <pc:spChg chg="add mod">
          <ac:chgData name="Robert Finch" userId="360118edfabb5ba6" providerId="LiveId" clId="{940D50E2-FEDC-434C-83CF-A13052851249}" dt="2025-11-14T22:23:10.574" v="1729" actId="1076"/>
          <ac:spMkLst>
            <pc:docMk/>
            <pc:sldMk cId="1888516878" sldId="262"/>
            <ac:spMk id="20" creationId="{1DF85E75-D397-4A14-DEC2-05368A25CF0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1" creationId="{D9F6B381-9265-D55C-C89D-5AB15A169578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2" creationId="{8205E3F5-C275-FE86-0CDB-B1FBC2C1E576}"/>
          </ac:spMkLst>
        </pc:spChg>
        <pc:spChg chg="add mod">
          <ac:chgData name="Robert Finch" userId="360118edfabb5ba6" providerId="LiveId" clId="{940D50E2-FEDC-434C-83CF-A13052851249}" dt="2025-11-14T22:23:33.830" v="1736" actId="1076"/>
          <ac:spMkLst>
            <pc:docMk/>
            <pc:sldMk cId="1888516878" sldId="262"/>
            <ac:spMk id="23" creationId="{42184D23-A98B-E99E-AFB4-73CD36A59F16}"/>
          </ac:spMkLst>
        </pc:spChg>
        <pc:spChg chg="add mod">
          <ac:chgData name="Robert Finch" userId="360118edfabb5ba6" providerId="LiveId" clId="{940D50E2-FEDC-434C-83CF-A13052851249}" dt="2025-11-14T22:38:22.895" v="2395" actId="1076"/>
          <ac:spMkLst>
            <pc:docMk/>
            <pc:sldMk cId="1888516878" sldId="262"/>
            <ac:spMk id="24" creationId="{2C728B52-0D23-9B07-B1EA-A00181E41FE1}"/>
          </ac:spMkLst>
        </pc:spChg>
        <pc:spChg chg="add mod">
          <ac:chgData name="Robert Finch" userId="360118edfabb5ba6" providerId="LiveId" clId="{940D50E2-FEDC-434C-83CF-A13052851249}" dt="2025-11-14T22:32:24.994" v="2222" actId="1076"/>
          <ac:spMkLst>
            <pc:docMk/>
            <pc:sldMk cId="1888516878" sldId="262"/>
            <ac:spMk id="25" creationId="{8018E69C-705E-4D64-316A-36575E0073ED}"/>
          </ac:spMkLst>
        </pc:spChg>
        <pc:spChg chg="add mod">
          <ac:chgData name="Robert Finch" userId="360118edfabb5ba6" providerId="LiveId" clId="{940D50E2-FEDC-434C-83CF-A13052851249}" dt="2025-11-14T22:32:33.380" v="2224" actId="1076"/>
          <ac:spMkLst>
            <pc:docMk/>
            <pc:sldMk cId="1888516878" sldId="262"/>
            <ac:spMk id="26" creationId="{8A934254-93B2-C64F-DE84-6477009B256D}"/>
          </ac:spMkLst>
        </pc:spChg>
        <pc:spChg chg="add mod">
          <ac:chgData name="Robert Finch" userId="360118edfabb5ba6" providerId="LiveId" clId="{940D50E2-FEDC-434C-83CF-A13052851249}" dt="2025-11-14T22:32:29.799" v="2223" actId="1076"/>
          <ac:spMkLst>
            <pc:docMk/>
            <pc:sldMk cId="1888516878" sldId="262"/>
            <ac:spMk id="27" creationId="{FE172B27-3618-75CC-E11C-0B939FA38D45}"/>
          </ac:spMkLst>
        </pc:spChg>
        <pc:spChg chg="add mod">
          <ac:chgData name="Robert Finch" userId="360118edfabb5ba6" providerId="LiveId" clId="{940D50E2-FEDC-434C-83CF-A13052851249}" dt="2025-11-14T22:32:39.179" v="2225" actId="1076"/>
          <ac:spMkLst>
            <pc:docMk/>
            <pc:sldMk cId="1888516878" sldId="262"/>
            <ac:spMk id="28" creationId="{E4589F54-267A-CC39-8888-2439935BCBA6}"/>
          </ac:spMkLst>
        </pc:spChg>
        <pc:spChg chg="add mod">
          <ac:chgData name="Robert Finch" userId="360118edfabb5ba6" providerId="LiveId" clId="{940D50E2-FEDC-434C-83CF-A13052851249}" dt="2025-11-14T22:38:15.029" v="2393" actId="1076"/>
          <ac:spMkLst>
            <pc:docMk/>
            <pc:sldMk cId="1888516878" sldId="262"/>
            <ac:spMk id="29" creationId="{40BA8278-6C4B-8B6F-3397-A3E153371543}"/>
          </ac:spMkLst>
        </pc:spChg>
        <pc:spChg chg="add mod">
          <ac:chgData name="Robert Finch" userId="360118edfabb5ba6" providerId="LiveId" clId="{940D50E2-FEDC-434C-83CF-A13052851249}" dt="2025-11-14T22:30:07.858" v="2136" actId="1076"/>
          <ac:spMkLst>
            <pc:docMk/>
            <pc:sldMk cId="1888516878" sldId="262"/>
            <ac:spMk id="30" creationId="{DCEFB8A0-EDFE-668D-C31C-2660889B30B0}"/>
          </ac:spMkLst>
        </pc:spChg>
        <pc:spChg chg="add mod">
          <ac:chgData name="Robert Finch" userId="360118edfabb5ba6" providerId="LiveId" clId="{940D50E2-FEDC-434C-83CF-A13052851249}" dt="2025-11-14T22:32:49.084" v="2227" actId="1076"/>
          <ac:spMkLst>
            <pc:docMk/>
            <pc:sldMk cId="1888516878" sldId="262"/>
            <ac:spMk id="31" creationId="{3341695D-A663-FD9E-1497-FA8609A3EB98}"/>
          </ac:spMkLst>
        </pc:spChg>
        <pc:spChg chg="add mod">
          <ac:chgData name="Robert Finch" userId="360118edfabb5ba6" providerId="LiveId" clId="{940D50E2-FEDC-434C-83CF-A13052851249}" dt="2025-11-14T22:32:44.846" v="2226" actId="1076"/>
          <ac:spMkLst>
            <pc:docMk/>
            <pc:sldMk cId="1888516878" sldId="262"/>
            <ac:spMk id="32" creationId="{3B180A55-32E0-7DED-BF42-A7CB477B3716}"/>
          </ac:spMkLst>
        </pc:spChg>
      </pc:sldChg>
      <pc:sldChg chg="addSp delSp modSp new mod ord">
        <pc:chgData name="Robert Finch" userId="360118edfabb5ba6" providerId="LiveId" clId="{940D50E2-FEDC-434C-83CF-A13052851249}" dt="2025-11-15T04:03:55.793" v="2691" actId="20577"/>
        <pc:sldMkLst>
          <pc:docMk/>
          <pc:sldMk cId="2388022920" sldId="263"/>
        </pc:sldMkLst>
        <pc:spChg chg="add mod">
          <ac:chgData name="Robert Finch" userId="360118edfabb5ba6" providerId="LiveId" clId="{940D50E2-FEDC-434C-83CF-A13052851249}" dt="2025-11-15T04:03:55.793" v="2691" actId="20577"/>
          <ac:spMkLst>
            <pc:docMk/>
            <pc:sldMk cId="2388022920" sldId="263"/>
            <ac:spMk id="5" creationId="{A5E199E5-4BC0-E848-B91D-06C5DD2E487F}"/>
          </ac:spMkLst>
        </pc:spChg>
        <pc:picChg chg="add">
          <ac:chgData name="Robert Finch" userId="360118edfabb5ba6" providerId="LiveId" clId="{940D50E2-FEDC-434C-83CF-A13052851249}" dt="2025-11-15T03:56:35.923" v="2399"/>
          <ac:picMkLst>
            <pc:docMk/>
            <pc:sldMk cId="2388022920" sldId="263"/>
            <ac:picMk id="4" creationId="{91B7A507-0B6D-6C1F-0AE0-BAA6239F026E}"/>
          </ac:picMkLst>
        </pc:picChg>
      </pc:sldChg>
      <pc:sldChg chg="addSp delSp modSp new mod ord">
        <pc:chgData name="Robert Finch" userId="360118edfabb5ba6" providerId="LiveId" clId="{940D50E2-FEDC-434C-83CF-A13052851249}" dt="2025-11-26T10:24:47.364" v="4004" actId="478"/>
        <pc:sldMkLst>
          <pc:docMk/>
          <pc:sldMk cId="1543770821" sldId="264"/>
        </pc:sldMkLst>
        <pc:spChg chg="mod">
          <ac:chgData name="Robert Finch" userId="360118edfabb5ba6" providerId="LiveId" clId="{940D50E2-FEDC-434C-83CF-A13052851249}" dt="2025-11-25T15:15:20.188" v="2800" actId="1076"/>
          <ac:spMkLst>
            <pc:docMk/>
            <pc:sldMk cId="1543770821" sldId="264"/>
            <ac:spMk id="2" creationId="{D6982963-00C0-AAD8-68F5-4679E999E639}"/>
          </ac:spMkLst>
        </pc:spChg>
        <pc:spChg chg="add mod">
          <ac:chgData name="Robert Finch" userId="360118edfabb5ba6" providerId="LiveId" clId="{940D50E2-FEDC-434C-83CF-A13052851249}" dt="2025-11-25T15:16:11.730" v="2844" actId="1076"/>
          <ac:spMkLst>
            <pc:docMk/>
            <pc:sldMk cId="1543770821" sldId="264"/>
            <ac:spMk id="4" creationId="{FE2E5F10-A7C0-A263-A047-66E489FE7DDA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5" creationId="{73578CE3-6B8B-20C0-257D-A66790DB7941}"/>
          </ac:spMkLst>
        </pc:spChg>
        <pc:spChg chg="add mod">
          <ac:chgData name="Robert Finch" userId="360118edfabb5ba6" providerId="LiveId" clId="{940D50E2-FEDC-434C-83CF-A13052851249}" dt="2025-11-25T15:17:35.332" v="2909" actId="14100"/>
          <ac:spMkLst>
            <pc:docMk/>
            <pc:sldMk cId="1543770821" sldId="264"/>
            <ac:spMk id="6" creationId="{A4CD6E3B-8090-4A3D-815D-9D88465D9481}"/>
          </ac:spMkLst>
        </pc:spChg>
        <pc:spChg chg="add mod">
          <ac:chgData name="Robert Finch" userId="360118edfabb5ba6" providerId="LiveId" clId="{940D50E2-FEDC-434C-83CF-A13052851249}" dt="2025-11-25T15:17:38.657" v="2910" actId="14100"/>
          <ac:spMkLst>
            <pc:docMk/>
            <pc:sldMk cId="1543770821" sldId="264"/>
            <ac:spMk id="7" creationId="{52201E30-0885-302D-86D7-8824617A083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8" creationId="{52C35208-28A4-7E56-5CDF-9AE07A6248EA}"/>
          </ac:spMkLst>
        </pc:spChg>
        <pc:spChg chg="add mod">
          <ac:chgData name="Robert Finch" userId="360118edfabb5ba6" providerId="LiveId" clId="{940D50E2-FEDC-434C-83CF-A13052851249}" dt="2025-11-26T10:20:21.409" v="3921" actId="14100"/>
          <ac:spMkLst>
            <pc:docMk/>
            <pc:sldMk cId="1543770821" sldId="264"/>
            <ac:spMk id="9" creationId="{20ABE107-A0E4-E1FE-1BE7-69EA42EF53A8}"/>
          </ac:spMkLst>
        </pc:spChg>
        <pc:spChg chg="add mod">
          <ac:chgData name="Robert Finch" userId="360118edfabb5ba6" providerId="LiveId" clId="{940D50E2-FEDC-434C-83CF-A13052851249}" dt="2025-11-25T15:20:50.526" v="2984" actId="1076"/>
          <ac:spMkLst>
            <pc:docMk/>
            <pc:sldMk cId="1543770821" sldId="264"/>
            <ac:spMk id="11" creationId="{E1824252-B42A-D8CE-3390-C8411AF96A52}"/>
          </ac:spMkLst>
        </pc:spChg>
        <pc:spChg chg="add mod">
          <ac:chgData name="Robert Finch" userId="360118edfabb5ba6" providerId="LiveId" clId="{940D50E2-FEDC-434C-83CF-A13052851249}" dt="2025-11-25T15:23:44.524" v="3044" actId="1076"/>
          <ac:spMkLst>
            <pc:docMk/>
            <pc:sldMk cId="1543770821" sldId="264"/>
            <ac:spMk id="12" creationId="{8B46854F-020F-201E-1733-159EAA84BB5C}"/>
          </ac:spMkLst>
        </pc:spChg>
        <pc:spChg chg="add mod">
          <ac:chgData name="Robert Finch" userId="360118edfabb5ba6" providerId="LiveId" clId="{940D50E2-FEDC-434C-83CF-A13052851249}" dt="2025-11-25T15:21:16.763" v="2990" actId="1076"/>
          <ac:spMkLst>
            <pc:docMk/>
            <pc:sldMk cId="1543770821" sldId="264"/>
            <ac:spMk id="13" creationId="{8298BAF8-8BC5-2924-9560-5E665A01684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4" creationId="{BDECF224-4572-C767-9F3D-D958B7774C04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5" creationId="{247805EE-C26E-BCCE-E30F-F74D3372F287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6" creationId="{F3969F3E-F2A9-3635-92CD-6F7026D2AE2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7" creationId="{DEFA6660-B22B-C0B7-8BCE-9F939CF36D11}"/>
          </ac:spMkLst>
        </pc:spChg>
        <pc:spChg chg="add mod">
          <ac:chgData name="Robert Finch" userId="360118edfabb5ba6" providerId="LiveId" clId="{940D50E2-FEDC-434C-83CF-A13052851249}" dt="2025-11-25T15:23:05.151" v="3031" actId="1076"/>
          <ac:spMkLst>
            <pc:docMk/>
            <pc:sldMk cId="1543770821" sldId="264"/>
            <ac:spMk id="18" creationId="{FC0EA224-BADA-3F76-0E60-B9A94DF8A0BE}"/>
          </ac:spMkLst>
        </pc:spChg>
        <pc:spChg chg="add mod">
          <ac:chgData name="Robert Finch" userId="360118edfabb5ba6" providerId="LiveId" clId="{940D50E2-FEDC-434C-83CF-A13052851249}" dt="2025-11-25T15:23:01.601" v="3030" actId="1076"/>
          <ac:spMkLst>
            <pc:docMk/>
            <pc:sldMk cId="1543770821" sldId="264"/>
            <ac:spMk id="19" creationId="{3FAE38FE-63A8-85E4-4FD8-ABDC93AC1233}"/>
          </ac:spMkLst>
        </pc:spChg>
        <pc:spChg chg="add mod">
          <ac:chgData name="Robert Finch" userId="360118edfabb5ba6" providerId="LiveId" clId="{940D50E2-FEDC-434C-83CF-A13052851249}" dt="2025-11-25T15:22:58.603" v="3029" actId="1076"/>
          <ac:spMkLst>
            <pc:docMk/>
            <pc:sldMk cId="1543770821" sldId="264"/>
            <ac:spMk id="20" creationId="{633F2976-AF38-EE71-9BE4-FA03CFCE8A19}"/>
          </ac:spMkLst>
        </pc:spChg>
        <pc:spChg chg="add mod">
          <ac:chgData name="Robert Finch" userId="360118edfabb5ba6" providerId="LiveId" clId="{940D50E2-FEDC-434C-83CF-A13052851249}" dt="2025-11-25T15:22:52.573" v="3027" actId="1076"/>
          <ac:spMkLst>
            <pc:docMk/>
            <pc:sldMk cId="1543770821" sldId="264"/>
            <ac:spMk id="21" creationId="{D6126BD0-7566-613E-9CD2-19B9817A7171}"/>
          </ac:spMkLst>
        </pc:spChg>
        <pc:spChg chg="add mod">
          <ac:chgData name="Robert Finch" userId="360118edfabb5ba6" providerId="LiveId" clId="{940D50E2-FEDC-434C-83CF-A13052851249}" dt="2025-11-25T15:23:11.120" v="3033" actId="20577"/>
          <ac:spMkLst>
            <pc:docMk/>
            <pc:sldMk cId="1543770821" sldId="264"/>
            <ac:spMk id="22" creationId="{05F7CD4A-19BD-474E-DD0F-81D0DC10E09A}"/>
          </ac:spMkLst>
        </pc:spChg>
        <pc:spChg chg="add mod">
          <ac:chgData name="Robert Finch" userId="360118edfabb5ba6" providerId="LiveId" clId="{940D50E2-FEDC-434C-83CF-A13052851249}" dt="2025-11-25T15:23:20.474" v="3036" actId="20577"/>
          <ac:spMkLst>
            <pc:docMk/>
            <pc:sldMk cId="1543770821" sldId="264"/>
            <ac:spMk id="23" creationId="{446176F4-7CFD-25C2-CBE8-49544435B4BB}"/>
          </ac:spMkLst>
        </pc:spChg>
        <pc:spChg chg="add mod">
          <ac:chgData name="Robert Finch" userId="360118edfabb5ba6" providerId="LiveId" clId="{940D50E2-FEDC-434C-83CF-A13052851249}" dt="2025-11-25T15:23:31.990" v="3040" actId="20577"/>
          <ac:spMkLst>
            <pc:docMk/>
            <pc:sldMk cId="1543770821" sldId="264"/>
            <ac:spMk id="24" creationId="{626E0414-3C4F-FDD1-D413-85A308CC1EDF}"/>
          </ac:spMkLst>
        </pc:spChg>
        <pc:spChg chg="add mod">
          <ac:chgData name="Robert Finch" userId="360118edfabb5ba6" providerId="LiveId" clId="{940D50E2-FEDC-434C-83CF-A13052851249}" dt="2025-11-25T15:23:52.696" v="3046" actId="1076"/>
          <ac:spMkLst>
            <pc:docMk/>
            <pc:sldMk cId="1543770821" sldId="264"/>
            <ac:spMk id="25" creationId="{9479AF1F-E508-847A-8E53-E8D004D613D6}"/>
          </ac:spMkLst>
        </pc:spChg>
        <pc:spChg chg="add mod">
          <ac:chgData name="Robert Finch" userId="360118edfabb5ba6" providerId="LiveId" clId="{940D50E2-FEDC-434C-83CF-A13052851249}" dt="2025-11-25T15:23:58.782" v="3049" actId="20577"/>
          <ac:spMkLst>
            <pc:docMk/>
            <pc:sldMk cId="1543770821" sldId="264"/>
            <ac:spMk id="26" creationId="{8EAF9D45-C8A4-617C-1516-C5DCE9D56455}"/>
          </ac:spMkLst>
        </pc:spChg>
        <pc:spChg chg="add mod">
          <ac:chgData name="Robert Finch" userId="360118edfabb5ba6" providerId="LiveId" clId="{940D50E2-FEDC-434C-83CF-A13052851249}" dt="2025-11-25T15:24:06.302" v="3052" actId="20577"/>
          <ac:spMkLst>
            <pc:docMk/>
            <pc:sldMk cId="1543770821" sldId="264"/>
            <ac:spMk id="27" creationId="{DDA1CBDA-805F-C833-4058-C2FF031D62F0}"/>
          </ac:spMkLst>
        </pc:spChg>
        <pc:spChg chg="add mod">
          <ac:chgData name="Robert Finch" userId="360118edfabb5ba6" providerId="LiveId" clId="{940D50E2-FEDC-434C-83CF-A13052851249}" dt="2025-11-25T15:24:14.735" v="3055" actId="20577"/>
          <ac:spMkLst>
            <pc:docMk/>
            <pc:sldMk cId="1543770821" sldId="264"/>
            <ac:spMk id="28" creationId="{4F35006B-0714-C388-4BCC-35D0BF224C35}"/>
          </ac:spMkLst>
        </pc:spChg>
        <pc:spChg chg="add mod">
          <ac:chgData name="Robert Finch" userId="360118edfabb5ba6" providerId="LiveId" clId="{940D50E2-FEDC-434C-83CF-A13052851249}" dt="2025-11-26T10:16:55.069" v="3875" actId="20577"/>
          <ac:spMkLst>
            <pc:docMk/>
            <pc:sldMk cId="1543770821" sldId="264"/>
            <ac:spMk id="29" creationId="{EB245611-DA46-BF40-A2C9-6057E8AB4755}"/>
          </ac:spMkLst>
        </pc:spChg>
        <pc:spChg chg="add mod">
          <ac:chgData name="Robert Finch" userId="360118edfabb5ba6" providerId="LiveId" clId="{940D50E2-FEDC-434C-83CF-A13052851249}" dt="2025-11-25T15:25:03.127" v="3076" actId="14100"/>
          <ac:spMkLst>
            <pc:docMk/>
            <pc:sldMk cId="1543770821" sldId="264"/>
            <ac:spMk id="30" creationId="{ED9F302A-DC2A-4C15-2BDB-EDC66F5A9B47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1" creationId="{77AC4825-8AB1-7854-A2DC-F1530588ADD8}"/>
          </ac:spMkLst>
        </pc:spChg>
        <pc:spChg chg="add mod">
          <ac:chgData name="Robert Finch" userId="360118edfabb5ba6" providerId="LiveId" clId="{940D50E2-FEDC-434C-83CF-A13052851249}" dt="2025-11-25T15:25:22.199" v="3081" actId="1076"/>
          <ac:spMkLst>
            <pc:docMk/>
            <pc:sldMk cId="1543770821" sldId="264"/>
            <ac:spMk id="32" creationId="{87234FDE-51A4-57B3-C94E-D4E7F60EFBBA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3" creationId="{7009F660-1C2E-0D79-E125-EED8998EDDA9}"/>
          </ac:spMkLst>
        </pc:spChg>
        <pc:spChg chg="add mod">
          <ac:chgData name="Robert Finch" userId="360118edfabb5ba6" providerId="LiveId" clId="{940D50E2-FEDC-434C-83CF-A13052851249}" dt="2025-11-25T15:25:39.669" v="3086" actId="1076"/>
          <ac:spMkLst>
            <pc:docMk/>
            <pc:sldMk cId="1543770821" sldId="264"/>
            <ac:spMk id="34" creationId="{B3EAD1D4-141E-C8D8-792E-5CA6F278BBE0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5" creationId="{1F8C6AF0-E5CC-563E-4354-8E2E4A1D46B1}"/>
          </ac:spMkLst>
        </pc:spChg>
        <pc:spChg chg="add mod">
          <ac:chgData name="Robert Finch" userId="360118edfabb5ba6" providerId="LiveId" clId="{940D50E2-FEDC-434C-83CF-A13052851249}" dt="2025-11-26T10:23:57.005" v="4003" actId="404"/>
          <ac:spMkLst>
            <pc:docMk/>
            <pc:sldMk cId="1543770821" sldId="264"/>
            <ac:spMk id="36" creationId="{EFC9CE91-57CE-A15A-73FE-C2F026BA3F37}"/>
          </ac:spMkLst>
        </pc:spChg>
        <pc:spChg chg="add mod">
          <ac:chgData name="Robert Finch" userId="360118edfabb5ba6" providerId="LiveId" clId="{940D50E2-FEDC-434C-83CF-A13052851249}" dt="2025-11-26T10:17:42.348" v="3893" actId="20577"/>
          <ac:spMkLst>
            <pc:docMk/>
            <pc:sldMk cId="1543770821" sldId="264"/>
            <ac:spMk id="38" creationId="{97776ACB-9297-B69F-1246-69A5A4374F35}"/>
          </ac:spMkLst>
        </pc:spChg>
        <pc:spChg chg="add mod">
          <ac:chgData name="Robert Finch" userId="360118edfabb5ba6" providerId="LiveId" clId="{940D50E2-FEDC-434C-83CF-A13052851249}" dt="2025-11-26T10:22:32.036" v="3941" actId="1076"/>
          <ac:spMkLst>
            <pc:docMk/>
            <pc:sldMk cId="1543770821" sldId="264"/>
            <ac:spMk id="39" creationId="{396AF869-8613-7770-B041-2A04F01B86D5}"/>
          </ac:spMkLst>
        </pc:spChg>
      </pc:sldChg>
      <pc:sldChg chg="addSp delSp modSp new mod">
        <pc:chgData name="Robert Finch" userId="360118edfabb5ba6" providerId="LiveId" clId="{940D50E2-FEDC-434C-83CF-A13052851249}" dt="2025-11-29T10:36:06.303" v="4909" actId="20577"/>
        <pc:sldMkLst>
          <pc:docMk/>
          <pc:sldMk cId="1740265269" sldId="265"/>
        </pc:sldMkLst>
        <pc:spChg chg="mod">
          <ac:chgData name="Robert Finch" userId="360118edfabb5ba6" providerId="LiveId" clId="{940D50E2-FEDC-434C-83CF-A13052851249}" dt="2025-11-29T10:31:55.571" v="4436" actId="20577"/>
          <ac:spMkLst>
            <pc:docMk/>
            <pc:sldMk cId="1740265269" sldId="265"/>
            <ac:spMk id="2" creationId="{E38F5E3B-E68A-AB15-0E22-5D809E5F1BF8}"/>
          </ac:spMkLst>
        </pc:spChg>
        <pc:spChg chg="del">
          <ac:chgData name="Robert Finch" userId="360118edfabb5ba6" providerId="LiveId" clId="{940D50E2-FEDC-434C-83CF-A13052851249}" dt="2025-11-29T10:25:57.744" v="4220" actId="478"/>
          <ac:spMkLst>
            <pc:docMk/>
            <pc:sldMk cId="1740265269" sldId="265"/>
            <ac:spMk id="3" creationId="{5D5414C6-7091-1112-F41B-BA9A87AE5760}"/>
          </ac:spMkLst>
        </pc:spChg>
        <pc:spChg chg="add mod">
          <ac:chgData name="Robert Finch" userId="360118edfabb5ba6" providerId="LiveId" clId="{940D50E2-FEDC-434C-83CF-A13052851249}" dt="2025-11-29T10:32:07.205" v="4437" actId="1076"/>
          <ac:spMkLst>
            <pc:docMk/>
            <pc:sldMk cId="1740265269" sldId="265"/>
            <ac:spMk id="4" creationId="{116FEDA4-419C-65B8-65D7-E475FE461BA2}"/>
          </ac:spMkLst>
        </pc:spChg>
        <pc:spChg chg="add mod">
          <ac:chgData name="Robert Finch" userId="360118edfabb5ba6" providerId="LiveId" clId="{940D50E2-FEDC-434C-83CF-A13052851249}" dt="2025-11-29T10:32:07.205" v="4437" actId="1076"/>
          <ac:spMkLst>
            <pc:docMk/>
            <pc:sldMk cId="1740265269" sldId="265"/>
            <ac:spMk id="5" creationId="{C5010419-CD67-956C-950D-D3BA5119C10F}"/>
          </ac:spMkLst>
        </pc:spChg>
        <pc:spChg chg="add mod">
          <ac:chgData name="Robert Finch" userId="360118edfabb5ba6" providerId="LiveId" clId="{940D50E2-FEDC-434C-83CF-A13052851249}" dt="2025-11-29T10:32:13.370" v="4438" actId="1076"/>
          <ac:spMkLst>
            <pc:docMk/>
            <pc:sldMk cId="1740265269" sldId="265"/>
            <ac:spMk id="9" creationId="{E655D3B0-FCC0-B109-CC01-C06AAB87CFED}"/>
          </ac:spMkLst>
        </pc:spChg>
        <pc:spChg chg="add mod">
          <ac:chgData name="Robert Finch" userId="360118edfabb5ba6" providerId="LiveId" clId="{940D50E2-FEDC-434C-83CF-A13052851249}" dt="2025-11-29T10:34:07.544" v="4629" actId="20577"/>
          <ac:spMkLst>
            <pc:docMk/>
            <pc:sldMk cId="1740265269" sldId="265"/>
            <ac:spMk id="10" creationId="{456480AD-8E3B-7AC1-13E9-76ACC1C822DC}"/>
          </ac:spMkLst>
        </pc:spChg>
        <pc:spChg chg="add mod">
          <ac:chgData name="Robert Finch" userId="360118edfabb5ba6" providerId="LiveId" clId="{940D50E2-FEDC-434C-83CF-A13052851249}" dt="2025-11-29T10:32:07.205" v="4437" actId="1076"/>
          <ac:spMkLst>
            <pc:docMk/>
            <pc:sldMk cId="1740265269" sldId="265"/>
            <ac:spMk id="11" creationId="{85CECB16-A6CF-539B-A783-13CE90523229}"/>
          </ac:spMkLst>
        </pc:spChg>
        <pc:spChg chg="add mod">
          <ac:chgData name="Robert Finch" userId="360118edfabb5ba6" providerId="LiveId" clId="{940D50E2-FEDC-434C-83CF-A13052851249}" dt="2025-11-29T10:32:23.781" v="4440" actId="1076"/>
          <ac:spMkLst>
            <pc:docMk/>
            <pc:sldMk cId="1740265269" sldId="265"/>
            <ac:spMk id="14" creationId="{A30B7E47-1909-080F-CFE3-20CD55CF493F}"/>
          </ac:spMkLst>
        </pc:spChg>
        <pc:spChg chg="add mod">
          <ac:chgData name="Robert Finch" userId="360118edfabb5ba6" providerId="LiveId" clId="{940D50E2-FEDC-434C-83CF-A13052851249}" dt="2025-11-29T10:32:07.205" v="4437" actId="1076"/>
          <ac:spMkLst>
            <pc:docMk/>
            <pc:sldMk cId="1740265269" sldId="265"/>
            <ac:spMk id="25" creationId="{DF7175E0-6388-7331-5FEC-1976B7317D6C}"/>
          </ac:spMkLst>
        </pc:spChg>
        <pc:spChg chg="add mod">
          <ac:chgData name="Robert Finch" userId="360118edfabb5ba6" providerId="LiveId" clId="{940D50E2-FEDC-434C-83CF-A13052851249}" dt="2025-11-29T10:33:33.876" v="4618" actId="1076"/>
          <ac:spMkLst>
            <pc:docMk/>
            <pc:sldMk cId="1740265269" sldId="265"/>
            <ac:spMk id="30" creationId="{9A60AC4A-5929-3F4E-546B-BB12A20DAF12}"/>
          </ac:spMkLst>
        </pc:spChg>
        <pc:spChg chg="add del mod">
          <ac:chgData name="Robert Finch" userId="360118edfabb5ba6" providerId="LiveId" clId="{940D50E2-FEDC-434C-83CF-A13052851249}" dt="2025-11-29T10:33:46.224" v="4623"/>
          <ac:spMkLst>
            <pc:docMk/>
            <pc:sldMk cId="1740265269" sldId="265"/>
            <ac:spMk id="31" creationId="{FB04CF2E-2C5C-A320-2788-8565E52E82F4}"/>
          </ac:spMkLst>
        </pc:spChg>
        <pc:spChg chg="add mod">
          <ac:chgData name="Robert Finch" userId="360118edfabb5ba6" providerId="LiveId" clId="{940D50E2-FEDC-434C-83CF-A13052851249}" dt="2025-11-29T10:36:06.303" v="4909" actId="20577"/>
          <ac:spMkLst>
            <pc:docMk/>
            <pc:sldMk cId="1740265269" sldId="265"/>
            <ac:spMk id="32" creationId="{ACE449C6-1825-2CCE-61F7-4078C46A269D}"/>
          </ac:spMkLst>
        </pc:spChg>
        <pc:cxnChg chg="add mod">
          <ac:chgData name="Robert Finch" userId="360118edfabb5ba6" providerId="LiveId" clId="{940D50E2-FEDC-434C-83CF-A13052851249}" dt="2025-11-29T10:32:07.205" v="4437" actId="1076"/>
          <ac:cxnSpMkLst>
            <pc:docMk/>
            <pc:sldMk cId="1740265269" sldId="265"/>
            <ac:cxnSpMk id="7" creationId="{5C6CD796-10BE-A1CF-6E02-CCDB11422AB4}"/>
          </ac:cxnSpMkLst>
        </pc:cxnChg>
        <pc:cxnChg chg="add">
          <ac:chgData name="Robert Finch" userId="360118edfabb5ba6" providerId="LiveId" clId="{940D50E2-FEDC-434C-83CF-A13052851249}" dt="2025-11-29T10:28:57.792" v="4362" actId="11529"/>
          <ac:cxnSpMkLst>
            <pc:docMk/>
            <pc:sldMk cId="1740265269" sldId="265"/>
            <ac:cxnSpMk id="13" creationId="{D078ED35-51CC-0EC1-20E1-498922476401}"/>
          </ac:cxnSpMkLst>
        </pc:cxnChg>
        <pc:cxnChg chg="add">
          <ac:chgData name="Robert Finch" userId="360118edfabb5ba6" providerId="LiveId" clId="{940D50E2-FEDC-434C-83CF-A13052851249}" dt="2025-11-29T10:29:16.630" v="4377" actId="11529"/>
          <ac:cxnSpMkLst>
            <pc:docMk/>
            <pc:sldMk cId="1740265269" sldId="265"/>
            <ac:cxnSpMk id="16" creationId="{186809D4-873B-1191-EBC5-796D3D108735}"/>
          </ac:cxnSpMkLst>
        </pc:cxnChg>
        <pc:cxnChg chg="add mod">
          <ac:chgData name="Robert Finch" userId="360118edfabb5ba6" providerId="LiveId" clId="{940D50E2-FEDC-434C-83CF-A13052851249}" dt="2025-11-29T10:32:07.205" v="4437" actId="1076"/>
          <ac:cxnSpMkLst>
            <pc:docMk/>
            <pc:sldMk cId="1740265269" sldId="265"/>
            <ac:cxnSpMk id="18" creationId="{B9E5FC91-E98C-901D-DE45-2F2DCFF5BCE5}"/>
          </ac:cxnSpMkLst>
        </pc:cxnChg>
        <pc:cxnChg chg="add">
          <ac:chgData name="Robert Finch" userId="360118edfabb5ba6" providerId="LiveId" clId="{940D50E2-FEDC-434C-83CF-A13052851249}" dt="2025-11-29T10:29:39.308" v="4379" actId="11529"/>
          <ac:cxnSpMkLst>
            <pc:docMk/>
            <pc:sldMk cId="1740265269" sldId="265"/>
            <ac:cxnSpMk id="20" creationId="{968A5805-2C7C-B3EB-C685-4CE7B769FBAF}"/>
          </ac:cxnSpMkLst>
        </pc:cxnChg>
        <pc:cxnChg chg="add">
          <ac:chgData name="Robert Finch" userId="360118edfabb5ba6" providerId="LiveId" clId="{940D50E2-FEDC-434C-83CF-A13052851249}" dt="2025-11-29T10:29:44.609" v="4380" actId="11529"/>
          <ac:cxnSpMkLst>
            <pc:docMk/>
            <pc:sldMk cId="1740265269" sldId="265"/>
            <ac:cxnSpMk id="22" creationId="{1CA8EA33-B8E4-8DFD-7C3E-CDAA83ECA14A}"/>
          </ac:cxnSpMkLst>
        </pc:cxnChg>
        <pc:cxnChg chg="add mod">
          <ac:chgData name="Robert Finch" userId="360118edfabb5ba6" providerId="LiveId" clId="{940D50E2-FEDC-434C-83CF-A13052851249}" dt="2025-11-29T10:32:07.205" v="4437" actId="1076"/>
          <ac:cxnSpMkLst>
            <pc:docMk/>
            <pc:sldMk cId="1740265269" sldId="265"/>
            <ac:cxnSpMk id="24" creationId="{EC31ACF8-4EEA-92DA-780E-7AF7FEF522D9}"/>
          </ac:cxnSpMkLst>
        </pc:cxnChg>
        <pc:cxnChg chg="add">
          <ac:chgData name="Robert Finch" userId="360118edfabb5ba6" providerId="LiveId" clId="{940D50E2-FEDC-434C-83CF-A13052851249}" dt="2025-11-29T10:30:50.562" v="4409" actId="11529"/>
          <ac:cxnSpMkLst>
            <pc:docMk/>
            <pc:sldMk cId="1740265269" sldId="265"/>
            <ac:cxnSpMk id="27" creationId="{3A414627-F228-0F92-73D3-048581AEA4CF}"/>
          </ac:cxnSpMkLst>
        </pc:cxnChg>
        <pc:cxnChg chg="add">
          <ac:chgData name="Robert Finch" userId="360118edfabb5ba6" providerId="LiveId" clId="{940D50E2-FEDC-434C-83CF-A13052851249}" dt="2025-11-29T10:30:58.534" v="4410" actId="11529"/>
          <ac:cxnSpMkLst>
            <pc:docMk/>
            <pc:sldMk cId="1740265269" sldId="265"/>
            <ac:cxnSpMk id="29" creationId="{E8D0C03C-C471-7203-BAB6-9884A0B72E2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2963-00C0-AAD8-68F5-4679E999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55908"/>
            <a:ext cx="10515600" cy="1325563"/>
          </a:xfrm>
        </p:spPr>
        <p:txBody>
          <a:bodyPr/>
          <a:lstStyle/>
          <a:p>
            <a:r>
              <a:rPr lang="en-US" dirty="0"/>
              <a:t>Qupls2026: Instruction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2E5F10-A7C0-A263-A047-66E489FE7DDA}"/>
              </a:ext>
            </a:extLst>
          </p:cNvPr>
          <p:cNvSpPr/>
          <p:nvPr/>
        </p:nvSpPr>
        <p:spPr>
          <a:xfrm>
            <a:off x="759792" y="1470991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 Bus 256b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578CE3-6B8B-20C0-257D-A66790DB7941}"/>
              </a:ext>
            </a:extLst>
          </p:cNvPr>
          <p:cNvSpPr/>
          <p:nvPr/>
        </p:nvSpPr>
        <p:spPr>
          <a:xfrm>
            <a:off x="759792" y="2033656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Controller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D6E3B-8090-4A3D-815D-9D88465D9481}"/>
              </a:ext>
            </a:extLst>
          </p:cNvPr>
          <p:cNvSpPr/>
          <p:nvPr/>
        </p:nvSpPr>
        <p:spPr>
          <a:xfrm>
            <a:off x="728870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Even Lines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201E30-0885-302D-86D7-8824617A0833}"/>
              </a:ext>
            </a:extLst>
          </p:cNvPr>
          <p:cNvSpPr/>
          <p:nvPr/>
        </p:nvSpPr>
        <p:spPr>
          <a:xfrm>
            <a:off x="2098261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Odd Lines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35208-28A4-7E56-5CDF-9AE07A6248EA}"/>
              </a:ext>
            </a:extLst>
          </p:cNvPr>
          <p:cNvSpPr/>
          <p:nvPr/>
        </p:nvSpPr>
        <p:spPr>
          <a:xfrm>
            <a:off x="759792" y="3781289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 / Odd swapper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BE107-A0E4-E1FE-1BE7-69EA42EF53A8}"/>
              </a:ext>
            </a:extLst>
          </p:cNvPr>
          <p:cNvSpPr/>
          <p:nvPr/>
        </p:nvSpPr>
        <p:spPr>
          <a:xfrm>
            <a:off x="759791" y="4324627"/>
            <a:ext cx="2596321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Aligner</a:t>
            </a:r>
            <a:endParaRPr lang="en-CA" sz="1200" dirty="0"/>
          </a:p>
        </p:txBody>
      </p:sp>
      <p:sp>
        <p:nvSpPr>
          <p:cNvPr id="11" name="Flowchart: Manual Operation 10">
            <a:extLst>
              <a:ext uri="{FF2B5EF4-FFF2-40B4-BE49-F238E27FC236}">
                <a16:creationId xmlns:a16="http://schemas.microsoft.com/office/drawing/2014/main" id="{E1824252-B42A-D8CE-3390-C8411AF96A52}"/>
              </a:ext>
            </a:extLst>
          </p:cNvPr>
          <p:cNvSpPr/>
          <p:nvPr/>
        </p:nvSpPr>
        <p:spPr>
          <a:xfrm>
            <a:off x="728870" y="4962943"/>
            <a:ext cx="3887303" cy="43953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 x 2 to 1 Mux</a:t>
            </a:r>
            <a:endParaRPr lang="en-CA" sz="12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8B46854F-020F-201E-1733-159EAA84BB5C}"/>
              </a:ext>
            </a:extLst>
          </p:cNvPr>
          <p:cNvSpPr/>
          <p:nvPr/>
        </p:nvSpPr>
        <p:spPr>
          <a:xfrm>
            <a:off x="1547192" y="5402471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298BAF8-8BC5-2924-9560-5E665A016843}"/>
              </a:ext>
            </a:extLst>
          </p:cNvPr>
          <p:cNvSpPr/>
          <p:nvPr/>
        </p:nvSpPr>
        <p:spPr>
          <a:xfrm>
            <a:off x="2166731" y="5402473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BDECF224-4572-C767-9F3D-D958B7774C04}"/>
              </a:ext>
            </a:extLst>
          </p:cNvPr>
          <p:cNvSpPr/>
          <p:nvPr/>
        </p:nvSpPr>
        <p:spPr>
          <a:xfrm>
            <a:off x="2749828" y="5402470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47805EE-C26E-BCCE-E30F-F74D3372F287}"/>
              </a:ext>
            </a:extLst>
          </p:cNvPr>
          <p:cNvSpPr/>
          <p:nvPr/>
        </p:nvSpPr>
        <p:spPr>
          <a:xfrm>
            <a:off x="3356113" y="5402472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F3969F3E-F2A9-3635-92CD-6F7026D2AE23}"/>
              </a:ext>
            </a:extLst>
          </p:cNvPr>
          <p:cNvSpPr/>
          <p:nvPr/>
        </p:nvSpPr>
        <p:spPr>
          <a:xfrm>
            <a:off x="3703983" y="4446108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EFA6660-B22B-C0B7-8BCE-9F939CF36D11}"/>
              </a:ext>
            </a:extLst>
          </p:cNvPr>
          <p:cNvSpPr/>
          <p:nvPr/>
        </p:nvSpPr>
        <p:spPr>
          <a:xfrm>
            <a:off x="2736575" y="4647098"/>
            <a:ext cx="161236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FC0EA224-BADA-3F76-0E60-B9A94DF8A0BE}"/>
              </a:ext>
            </a:extLst>
          </p:cNvPr>
          <p:cNvSpPr/>
          <p:nvPr/>
        </p:nvSpPr>
        <p:spPr>
          <a:xfrm>
            <a:off x="2133976" y="4650919"/>
            <a:ext cx="152403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3FAE38FE-63A8-85E4-4FD8-ABDC93AC1233}"/>
              </a:ext>
            </a:extLst>
          </p:cNvPr>
          <p:cNvSpPr/>
          <p:nvPr/>
        </p:nvSpPr>
        <p:spPr>
          <a:xfrm>
            <a:off x="1460193" y="4650919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633F2976-AF38-EE71-9BE4-FA03CFCE8A19}"/>
              </a:ext>
            </a:extLst>
          </p:cNvPr>
          <p:cNvSpPr/>
          <p:nvPr/>
        </p:nvSpPr>
        <p:spPr>
          <a:xfrm>
            <a:off x="876856" y="4643785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26BD0-7566-613E-9CD2-19B9817A7171}"/>
              </a:ext>
            </a:extLst>
          </p:cNvPr>
          <p:cNvSpPr txBox="1"/>
          <p:nvPr/>
        </p:nvSpPr>
        <p:spPr>
          <a:xfrm>
            <a:off x="2793515" y="463545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F7CD4A-19BD-474E-DD0F-81D0DC10E09A}"/>
              </a:ext>
            </a:extLst>
          </p:cNvPr>
          <p:cNvSpPr txBox="1"/>
          <p:nvPr/>
        </p:nvSpPr>
        <p:spPr>
          <a:xfrm>
            <a:off x="2229083" y="464378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176F4-7CFD-25C2-CBE8-49544435B4BB}"/>
              </a:ext>
            </a:extLst>
          </p:cNvPr>
          <p:cNvSpPr txBox="1"/>
          <p:nvPr/>
        </p:nvSpPr>
        <p:spPr>
          <a:xfrm>
            <a:off x="1538976" y="464599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6E0414-3C4F-FDD1-D413-85A308CC1EDF}"/>
              </a:ext>
            </a:extLst>
          </p:cNvPr>
          <p:cNvSpPr txBox="1"/>
          <p:nvPr/>
        </p:nvSpPr>
        <p:spPr>
          <a:xfrm>
            <a:off x="992568" y="467797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79AF1F-E508-847A-8E53-E8D004D613D6}"/>
              </a:ext>
            </a:extLst>
          </p:cNvPr>
          <p:cNvSpPr txBox="1"/>
          <p:nvPr/>
        </p:nvSpPr>
        <p:spPr>
          <a:xfrm>
            <a:off x="3273904" y="591930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AF9D45-C8A4-617C-1516-C5DCE9D56455}"/>
              </a:ext>
            </a:extLst>
          </p:cNvPr>
          <p:cNvSpPr txBox="1"/>
          <p:nvPr/>
        </p:nvSpPr>
        <p:spPr>
          <a:xfrm>
            <a:off x="2672521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1CBDA-805F-C833-4058-C2FF031D62F0}"/>
              </a:ext>
            </a:extLst>
          </p:cNvPr>
          <p:cNvSpPr txBox="1"/>
          <p:nvPr/>
        </p:nvSpPr>
        <p:spPr>
          <a:xfrm>
            <a:off x="2098261" y="5931464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35006B-0714-C388-4BCC-35D0BF224C35}"/>
              </a:ext>
            </a:extLst>
          </p:cNvPr>
          <p:cNvSpPr txBox="1"/>
          <p:nvPr/>
        </p:nvSpPr>
        <p:spPr>
          <a:xfrm>
            <a:off x="1449150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245611-DA46-BF40-A2C9-6057E8AB4755}"/>
              </a:ext>
            </a:extLst>
          </p:cNvPr>
          <p:cNvSpPr txBox="1"/>
          <p:nvPr/>
        </p:nvSpPr>
        <p:spPr>
          <a:xfrm>
            <a:off x="3384529" y="4254961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Branch NOPs</a:t>
            </a:r>
            <a:endParaRPr lang="en-CA" sz="8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ED9F302A-DC2A-4C15-2BDB-EDC66F5A9B47}"/>
              </a:ext>
            </a:extLst>
          </p:cNvPr>
          <p:cNvSpPr/>
          <p:nvPr/>
        </p:nvSpPr>
        <p:spPr>
          <a:xfrm>
            <a:off x="1806713" y="4108781"/>
            <a:ext cx="295965" cy="2213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77AC4825-8AB1-7854-A2DC-F1530588ADD8}"/>
              </a:ext>
            </a:extLst>
          </p:cNvPr>
          <p:cNvSpPr/>
          <p:nvPr/>
        </p:nvSpPr>
        <p:spPr>
          <a:xfrm>
            <a:off x="2473254" y="3528401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7234FDE-51A4-57B3-C94E-D4E7F60EFBBA}"/>
              </a:ext>
            </a:extLst>
          </p:cNvPr>
          <p:cNvSpPr/>
          <p:nvPr/>
        </p:nvSpPr>
        <p:spPr>
          <a:xfrm>
            <a:off x="1104106" y="352122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7009F660-1C2E-0D79-E125-EED8998EDDA9}"/>
              </a:ext>
            </a:extLst>
          </p:cNvPr>
          <p:cNvSpPr/>
          <p:nvPr/>
        </p:nvSpPr>
        <p:spPr>
          <a:xfrm>
            <a:off x="2461484" y="2356139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B3EAD1D4-141E-C8D8-792E-5CA6F278BBE0}"/>
              </a:ext>
            </a:extLst>
          </p:cNvPr>
          <p:cNvSpPr/>
          <p:nvPr/>
        </p:nvSpPr>
        <p:spPr>
          <a:xfrm>
            <a:off x="1104105" y="235557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1F8C6AF0-E5CC-563E-4354-8E2E4A1D46B1}"/>
              </a:ext>
            </a:extLst>
          </p:cNvPr>
          <p:cNvSpPr/>
          <p:nvPr/>
        </p:nvSpPr>
        <p:spPr>
          <a:xfrm>
            <a:off x="1806712" y="1784068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C9CE91-57CE-A15A-73FE-C2F026BA3F37}"/>
              </a:ext>
            </a:extLst>
          </p:cNvPr>
          <p:cNvSpPr txBox="1"/>
          <p:nvPr/>
        </p:nvSpPr>
        <p:spPr>
          <a:xfrm>
            <a:off x="4735442" y="1381471"/>
            <a:ext cx="705457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Two 256b bus cycles are run by the cache controller to full-fill a 512b cache miss request.</a:t>
            </a:r>
          </a:p>
          <a:p>
            <a:endParaRPr lang="en-US" sz="1400" dirty="0"/>
          </a:p>
          <a:p>
            <a:r>
              <a:rPr lang="en-US" sz="1400" dirty="0"/>
              <a:t>Depending on the instruction pointer value an even, odd or odd, even pair of cache lines is selected.</a:t>
            </a:r>
          </a:p>
          <a:p>
            <a:endParaRPr lang="en-US" sz="1400" dirty="0"/>
          </a:p>
          <a:p>
            <a:r>
              <a:rPr lang="en-US" sz="1400" dirty="0"/>
              <a:t>On a cache miss the entire cache line is NOPed out.</a:t>
            </a:r>
          </a:p>
          <a:p>
            <a:endParaRPr lang="en-US" sz="1400" dirty="0"/>
          </a:p>
          <a:p>
            <a:r>
              <a:rPr lang="en-US" sz="1400" dirty="0"/>
              <a:t>A pair of cache lines is selected to allow instructions to span cache-line boundaries. Since instructions are 48-bit they do not fit evenly into a cache-line.</a:t>
            </a:r>
          </a:p>
          <a:p>
            <a:endParaRPr lang="en-US" sz="1400" dirty="0"/>
          </a:p>
          <a:p>
            <a:r>
              <a:rPr lang="en-US" sz="1400" dirty="0"/>
              <a:t>The instruction aligner right aligns instructions based on the IP value so that only four instruction decoders are required. Four instructions are selected plus a raw portion of the cache-line to allow for decoding immediates.</a:t>
            </a:r>
          </a:p>
          <a:p>
            <a:endParaRPr lang="en-US" sz="1400" dirty="0"/>
          </a:p>
          <a:p>
            <a:r>
              <a:rPr lang="en-US" sz="1400" dirty="0"/>
              <a:t>For branch miss, a set of NOPs is fed into the pipeline causing a pipeline bubble.</a:t>
            </a:r>
          </a:p>
          <a:p>
            <a:endParaRPr lang="en-CA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776ACB-9297-B69F-1246-69A5A4374F35}"/>
              </a:ext>
            </a:extLst>
          </p:cNvPr>
          <p:cNvSpPr txBox="1"/>
          <p:nvPr/>
        </p:nvSpPr>
        <p:spPr>
          <a:xfrm>
            <a:off x="3419065" y="3634508"/>
            <a:ext cx="9845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Cache miss NOPs</a:t>
            </a:r>
            <a:endParaRPr lang="en-CA" sz="800" dirty="0"/>
          </a:p>
        </p:txBody>
      </p:sp>
      <p:sp>
        <p:nvSpPr>
          <p:cNvPr id="39" name="Arrow: Bent 38">
            <a:extLst>
              <a:ext uri="{FF2B5EF4-FFF2-40B4-BE49-F238E27FC236}">
                <a16:creationId xmlns:a16="http://schemas.microsoft.com/office/drawing/2014/main" id="{396AF869-8613-7770-B041-2A04F01B86D5}"/>
              </a:ext>
            </a:extLst>
          </p:cNvPr>
          <p:cNvSpPr/>
          <p:nvPr/>
        </p:nvSpPr>
        <p:spPr>
          <a:xfrm rot="16200000">
            <a:off x="3141892" y="3837110"/>
            <a:ext cx="499121" cy="439530"/>
          </a:xfrm>
          <a:prstGeom prst="bentArrow">
            <a:avLst/>
          </a:prstGeom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770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200293" y="308930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539893" y="308929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2879493" y="308929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181520" y="277159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521120" y="278083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2860720" y="277859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193668" y="347581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539893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2877285" y="347581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181520" y="3956561"/>
            <a:ext cx="632790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</a:t>
            </a:r>
          </a:p>
          <a:p>
            <a:pPr algn="ctr"/>
            <a:r>
              <a:rPr lang="en-US" sz="600" dirty="0"/>
              <a:t>raw</a:t>
            </a:r>
            <a:endParaRPr lang="en-CA" sz="6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539892" y="3960654"/>
            <a:ext cx="620642" cy="9032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2877285" y="3960654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5884891" y="1404385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raw cache line data are passed to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Raw cache line data is to detect constant zones.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>
            <a:cxnSpLocks/>
          </p:cNvCxnSpPr>
          <p:nvPr/>
        </p:nvCxnSpPr>
        <p:spPr>
          <a:xfrm>
            <a:off x="788407" y="4885925"/>
            <a:ext cx="5833263" cy="718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5381041" y="4608926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200320" y="277859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237866" y="309022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212011" y="344975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193692" y="3950138"/>
            <a:ext cx="620642" cy="9137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48 + 240 raw</a:t>
            </a:r>
            <a:endParaRPr lang="en-CA" sz="6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4001084"/>
            <a:ext cx="412386" cy="9979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B08F64-0CD3-8980-398C-ADBA3AB49225}"/>
              </a:ext>
            </a:extLst>
          </p:cNvPr>
          <p:cNvSpPr/>
          <p:nvPr/>
        </p:nvSpPr>
        <p:spPr>
          <a:xfrm>
            <a:off x="2494049" y="3777576"/>
            <a:ext cx="65734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Hardware Queues</a:t>
            </a:r>
            <a:endParaRPr lang="en-CA" sz="7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Qupls2026: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5E3B-E68A-AB15-0E22-5D809E5F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1" y="46037"/>
            <a:ext cx="10515600" cy="1325563"/>
          </a:xfrm>
        </p:spPr>
        <p:txBody>
          <a:bodyPr/>
          <a:lstStyle/>
          <a:p>
            <a:r>
              <a:rPr lang="en-US" dirty="0"/>
              <a:t>Qupls4: External Interrupt Handling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6FEDA4-419C-65B8-65D7-E475FE461BA2}"/>
              </a:ext>
            </a:extLst>
          </p:cNvPr>
          <p:cNvSpPr/>
          <p:nvPr/>
        </p:nvSpPr>
        <p:spPr>
          <a:xfrm>
            <a:off x="5830956" y="2826025"/>
            <a:ext cx="1616765" cy="1086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Deferred IRQ FIFO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010419-CD67-956C-950D-D3BA5119C10F}"/>
              </a:ext>
            </a:extLst>
          </p:cNvPr>
          <p:cNvSpPr/>
          <p:nvPr/>
        </p:nvSpPr>
        <p:spPr>
          <a:xfrm>
            <a:off x="1298715" y="4572000"/>
            <a:ext cx="60960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Processor Pipeline</a:t>
            </a:r>
            <a:endParaRPr lang="en-CA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6CD796-10BE-A1CF-6E02-CCDB11422AB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6639339" y="3912704"/>
            <a:ext cx="0" cy="659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55D3B0-FCC0-B109-CC01-C06AAB87CFED}"/>
              </a:ext>
            </a:extLst>
          </p:cNvPr>
          <p:cNvSpPr txBox="1"/>
          <p:nvPr/>
        </p:nvSpPr>
        <p:spPr>
          <a:xfrm>
            <a:off x="6722982" y="3925669"/>
            <a:ext cx="343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IRQ disabled at time of commit</a:t>
            </a:r>
          </a:p>
          <a:p>
            <a:r>
              <a:rPr lang="en-US" dirty="0"/>
              <a:t>The IRQ is deferred by a FIFO</a:t>
            </a:r>
            <a:endParaRPr lang="en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6480AD-8E3B-7AC1-13E9-76ACC1C822DC}"/>
              </a:ext>
            </a:extLst>
          </p:cNvPr>
          <p:cNvSpPr/>
          <p:nvPr/>
        </p:nvSpPr>
        <p:spPr>
          <a:xfrm>
            <a:off x="1364974" y="2826025"/>
            <a:ext cx="1557131" cy="10996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Target Buffer Logic</a:t>
            </a:r>
            <a:endParaRPr lang="en-CA" dirty="0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85CECB16-A6CF-539B-A783-13CE90523229}"/>
              </a:ext>
            </a:extLst>
          </p:cNvPr>
          <p:cNvSpPr/>
          <p:nvPr/>
        </p:nvSpPr>
        <p:spPr>
          <a:xfrm rot="16200000">
            <a:off x="3868112" y="1928190"/>
            <a:ext cx="1459263" cy="714094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Mux</a:t>
            </a:r>
            <a:endParaRPr lang="en-CA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078ED35-51CC-0EC1-20E1-498922476401}"/>
              </a:ext>
            </a:extLst>
          </p:cNvPr>
          <p:cNvCxnSpPr/>
          <p:nvPr/>
        </p:nvCxnSpPr>
        <p:spPr>
          <a:xfrm flipH="1">
            <a:off x="4954791" y="1881808"/>
            <a:ext cx="26188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0B7E47-1909-080F-CFE3-20CD55CF493F}"/>
              </a:ext>
            </a:extLst>
          </p:cNvPr>
          <p:cNvSpPr txBox="1"/>
          <p:nvPr/>
        </p:nvSpPr>
        <p:spPr>
          <a:xfrm>
            <a:off x="5923257" y="1480269"/>
            <a:ext cx="1520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IRQ</a:t>
            </a:r>
            <a:endParaRPr lang="en-CA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6809D4-873B-1191-EBC5-796D3D108735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6639338" y="2484782"/>
            <a:ext cx="1" cy="3412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E5FC91-E98C-901D-DE45-2F2DCFF5BCE5}"/>
              </a:ext>
            </a:extLst>
          </p:cNvPr>
          <p:cNvCxnSpPr/>
          <p:nvPr/>
        </p:nvCxnSpPr>
        <p:spPr>
          <a:xfrm flipH="1">
            <a:off x="4954791" y="2491408"/>
            <a:ext cx="16845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8A5805-2C7C-B3EB-C685-4CE7B769FBAF}"/>
              </a:ext>
            </a:extLst>
          </p:cNvPr>
          <p:cNvCxnSpPr>
            <a:stCxn id="11" idx="0"/>
          </p:cNvCxnSpPr>
          <p:nvPr/>
        </p:nvCxnSpPr>
        <p:spPr>
          <a:xfrm flipH="1">
            <a:off x="2143539" y="2285237"/>
            <a:ext cx="20971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CA8EA33-B8E4-8DFD-7C3E-CDAA83ECA14A}"/>
              </a:ext>
            </a:extLst>
          </p:cNvPr>
          <p:cNvCxnSpPr>
            <a:endCxn id="10" idx="0"/>
          </p:cNvCxnSpPr>
          <p:nvPr/>
        </p:nvCxnSpPr>
        <p:spPr>
          <a:xfrm>
            <a:off x="2143539" y="2285237"/>
            <a:ext cx="1" cy="540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C31ACF8-4EEA-92DA-780E-7AF7FEF522D9}"/>
              </a:ext>
            </a:extLst>
          </p:cNvPr>
          <p:cNvCxnSpPr>
            <a:stCxn id="10" idx="2"/>
          </p:cNvCxnSpPr>
          <p:nvPr/>
        </p:nvCxnSpPr>
        <p:spPr>
          <a:xfrm flipH="1">
            <a:off x="2143539" y="3925669"/>
            <a:ext cx="1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175E0-6388-7331-5FEC-1976B7317D6C}"/>
              </a:ext>
            </a:extLst>
          </p:cNvPr>
          <p:cNvSpPr/>
          <p:nvPr/>
        </p:nvSpPr>
        <p:spPr>
          <a:xfrm>
            <a:off x="4230757" y="3385169"/>
            <a:ext cx="109993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 Logic</a:t>
            </a:r>
            <a:endParaRPr lang="en-CA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414627-F228-0F92-73D3-048581AEA4CF}"/>
              </a:ext>
            </a:extLst>
          </p:cNvPr>
          <p:cNvCxnSpPr>
            <a:endCxn id="11" idx="1"/>
          </p:cNvCxnSpPr>
          <p:nvPr/>
        </p:nvCxnSpPr>
        <p:spPr>
          <a:xfrm flipV="1">
            <a:off x="4597743" y="2925607"/>
            <a:ext cx="1" cy="459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D0C03C-C471-7203-BAB6-9884A0B72E2F}"/>
              </a:ext>
            </a:extLst>
          </p:cNvPr>
          <p:cNvCxnSpPr/>
          <p:nvPr/>
        </p:nvCxnSpPr>
        <p:spPr>
          <a:xfrm>
            <a:off x="5330687" y="3631095"/>
            <a:ext cx="466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60AC4A-5929-3F4E-546B-BB12A20DAF12}"/>
              </a:ext>
            </a:extLst>
          </p:cNvPr>
          <p:cNvSpPr txBox="1"/>
          <p:nvPr/>
        </p:nvSpPr>
        <p:spPr>
          <a:xfrm>
            <a:off x="170627" y="4097124"/>
            <a:ext cx="1972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Front-end: Next IP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E449C6-1825-2CCE-61F7-4078C46A269D}"/>
              </a:ext>
            </a:extLst>
          </p:cNvPr>
          <p:cNvSpPr txBox="1"/>
          <p:nvPr/>
        </p:nvSpPr>
        <p:spPr>
          <a:xfrm>
            <a:off x="7993573" y="1168882"/>
            <a:ext cx="367827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CPU chooses the deferred IRQ FIFO as the source of interrupts if there is any interrupt in the FIFO, otherwise the external interrupt feeds the branch-target buffer.</a:t>
            </a:r>
          </a:p>
          <a:p>
            <a:endParaRPr lang="en-US" sz="1400" dirty="0"/>
          </a:p>
          <a:p>
            <a:r>
              <a:rPr lang="en-US" sz="1400" dirty="0"/>
              <a:t>The incoming interrupt acts like a branch and directly changes the IP causing immediate fetch of ISR instructions.</a:t>
            </a:r>
          </a:p>
          <a:p>
            <a:endParaRPr lang="en-US" sz="1400" dirty="0"/>
          </a:p>
          <a:p>
            <a:r>
              <a:rPr lang="en-US" sz="1400" dirty="0"/>
              <a:t>However, if the IRQ should have been disabled, then it is recorded in the deferred FIFO and not </a:t>
            </a:r>
            <a:r>
              <a:rPr lang="en-US" sz="1400"/>
              <a:t>immediately processed.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1740265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6991</TotalTime>
  <Words>1372</Words>
  <Application>Microsoft Office PowerPoint</Application>
  <PresentationFormat>Widescreen</PresentationFormat>
  <Paragraphs>338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Qupls2026: Instruction Cache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  <vt:lpstr>Qupls2026: Reservation Stations</vt:lpstr>
      <vt:lpstr>PowerPoint Presentation</vt:lpstr>
      <vt:lpstr>Qupls4: External Interrupt Handling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2025-11-29T10:36:07Z</dcterms:modified>
</cp:coreProperties>
</file>