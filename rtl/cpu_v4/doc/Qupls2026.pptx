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1" r:id="rId3"/>
    <p:sldId id="258" r:id="rId4"/>
    <p:sldId id="257" r:id="rId5"/>
    <p:sldId id="259" r:id="rId6"/>
    <p:sldId id="260" r:id="rId7"/>
    <p:sldId id="256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23FD1A-625A-4B31-93FB-D8E8B8CAA265}" v="28" dt="2025-11-25T15:26:32.3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7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Finch" userId="360118edfabb5ba6" providerId="LiveId" clId="{940D50E2-FEDC-434C-83CF-A13052851249}"/>
    <pc:docChg chg="undo custSel addSld modSld sldOrd">
      <pc:chgData name="Robert Finch" userId="360118edfabb5ba6" providerId="LiveId" clId="{940D50E2-FEDC-434C-83CF-A13052851249}" dt="2025-11-25T15:35:38.357" v="3867" actId="20577"/>
      <pc:docMkLst>
        <pc:docMk/>
      </pc:docMkLst>
      <pc:sldChg chg="addSp delSp modSp mod">
        <pc:chgData name="Robert Finch" userId="360118edfabb5ba6" providerId="LiveId" clId="{940D50E2-FEDC-434C-83CF-A13052851249}" dt="2025-11-23T12:58:44.948" v="2768" actId="14100"/>
        <pc:sldMkLst>
          <pc:docMk/>
          <pc:sldMk cId="3493996368" sldId="256"/>
        </pc:sldMkLst>
        <pc:spChg chg="mod">
          <ac:chgData name="Robert Finch" userId="360118edfabb5ba6" providerId="LiveId" clId="{940D50E2-FEDC-434C-83CF-A13052851249}" dt="2025-11-08T01:36:43.557" v="115" actId="20577"/>
          <ac:spMkLst>
            <pc:docMk/>
            <pc:sldMk cId="3493996368" sldId="256"/>
            <ac:spMk id="2" creationId="{7730D39D-FAB4-71A0-50A9-AAFD49CFD457}"/>
          </ac:spMkLst>
        </pc:spChg>
        <pc:spChg chg="add mod or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3" creationId="{A96E320B-18AF-E5BE-A9B7-C628FE8AAB67}"/>
          </ac:spMkLst>
        </pc:spChg>
        <pc:spChg chg="mod">
          <ac:chgData name="Robert Finch" userId="360118edfabb5ba6" providerId="LiveId" clId="{940D50E2-FEDC-434C-83CF-A13052851249}" dt="2025-11-13T20:32:43.092" v="562" actId="14100"/>
          <ac:spMkLst>
            <pc:docMk/>
            <pc:sldMk cId="3493996368" sldId="256"/>
            <ac:spMk id="4" creationId="{F20B9CAB-33A3-DF06-299D-C7D0E79C34DD}"/>
          </ac:spMkLst>
        </pc:spChg>
        <pc:spChg chg="mod">
          <ac:chgData name="Robert Finch" userId="360118edfabb5ba6" providerId="LiveId" clId="{940D50E2-FEDC-434C-83CF-A13052851249}" dt="2025-11-13T20:33:22.161" v="570" actId="1076"/>
          <ac:spMkLst>
            <pc:docMk/>
            <pc:sldMk cId="3493996368" sldId="256"/>
            <ac:spMk id="5" creationId="{C865363E-0D61-E897-910A-F370A5032ED8}"/>
          </ac:spMkLst>
        </pc:spChg>
        <pc:spChg chg="mod">
          <ac:chgData name="Robert Finch" userId="360118edfabb5ba6" providerId="LiveId" clId="{940D50E2-FEDC-434C-83CF-A13052851249}" dt="2025-11-13T20:34:27.723" v="579" actId="1076"/>
          <ac:spMkLst>
            <pc:docMk/>
            <pc:sldMk cId="3493996368" sldId="256"/>
            <ac:spMk id="6" creationId="{DAD6549B-CBC1-E564-88F0-22B7DD569F76}"/>
          </ac:spMkLst>
        </pc:spChg>
        <pc:spChg chg="mod">
          <ac:chgData name="Robert Finch" userId="360118edfabb5ba6" providerId="LiveId" clId="{940D50E2-FEDC-434C-83CF-A13052851249}" dt="2025-11-13T20:35:05.049" v="587" actId="1076"/>
          <ac:spMkLst>
            <pc:docMk/>
            <pc:sldMk cId="3493996368" sldId="256"/>
            <ac:spMk id="7" creationId="{FD8F65F8-FB16-5708-1549-E0B42AB137A9}"/>
          </ac:spMkLst>
        </pc:spChg>
        <pc:spChg chg="mod">
          <ac:chgData name="Robert Finch" userId="360118edfabb5ba6" providerId="LiveId" clId="{940D50E2-FEDC-434C-83CF-A13052851249}" dt="2025-11-13T20:36:26.187" v="601" actId="1076"/>
          <ac:spMkLst>
            <pc:docMk/>
            <pc:sldMk cId="3493996368" sldId="256"/>
            <ac:spMk id="8" creationId="{A0B19B70-FD33-3B9B-AEC7-C546F3CD38AC}"/>
          </ac:spMkLst>
        </pc:spChg>
        <pc:spChg chg="mod">
          <ac:chgData name="Robert Finch" userId="360118edfabb5ba6" providerId="LiveId" clId="{940D50E2-FEDC-434C-83CF-A13052851249}" dt="2025-11-13T20:38:22.068" v="619" actId="1076"/>
          <ac:spMkLst>
            <pc:docMk/>
            <pc:sldMk cId="3493996368" sldId="256"/>
            <ac:spMk id="9" creationId="{43B13E1A-8BA1-FD2E-298B-39A9773492D9}"/>
          </ac:spMkLst>
        </pc:spChg>
        <pc:spChg chg="mod">
          <ac:chgData name="Robert Finch" userId="360118edfabb5ba6" providerId="LiveId" clId="{940D50E2-FEDC-434C-83CF-A13052851249}" dt="2025-11-13T20:32:52.144" v="564" actId="14100"/>
          <ac:spMkLst>
            <pc:docMk/>
            <pc:sldMk cId="3493996368" sldId="256"/>
            <ac:spMk id="10" creationId="{C2CE30D4-A510-082C-C771-FC867429D4A3}"/>
          </ac:spMkLst>
        </pc:spChg>
        <pc:spChg chg="mod">
          <ac:chgData name="Robert Finch" userId="360118edfabb5ba6" providerId="LiveId" clId="{940D50E2-FEDC-434C-83CF-A13052851249}" dt="2025-11-13T20:32:56.310" v="565" actId="14100"/>
          <ac:spMkLst>
            <pc:docMk/>
            <pc:sldMk cId="3493996368" sldId="256"/>
            <ac:spMk id="11" creationId="{5EC13761-4A16-527F-25C4-63929CC12475}"/>
          </ac:spMkLst>
        </pc:spChg>
        <pc:spChg chg="mod">
          <ac:chgData name="Robert Finch" userId="360118edfabb5ba6" providerId="LiveId" clId="{940D50E2-FEDC-434C-83CF-A13052851249}" dt="2025-11-14T08:45:22.971" v="1425" actId="1076"/>
          <ac:spMkLst>
            <pc:docMk/>
            <pc:sldMk cId="3493996368" sldId="256"/>
            <ac:spMk id="12" creationId="{5B401EC6-5825-9E44-80EC-6B43B4C0A313}"/>
          </ac:spMkLst>
        </pc:spChg>
        <pc:spChg chg="mod">
          <ac:chgData name="Robert Finch" userId="360118edfabb5ba6" providerId="LiveId" clId="{940D50E2-FEDC-434C-83CF-A13052851249}" dt="2025-11-13T20:35:13.357" v="589" actId="14100"/>
          <ac:spMkLst>
            <pc:docMk/>
            <pc:sldMk cId="3493996368" sldId="256"/>
            <ac:spMk id="13" creationId="{91946394-63E9-5D59-33ED-942F6365F6CE}"/>
          </ac:spMkLst>
        </pc:spChg>
        <pc:spChg chg="mod">
          <ac:chgData name="Robert Finch" userId="360118edfabb5ba6" providerId="LiveId" clId="{940D50E2-FEDC-434C-83CF-A13052851249}" dt="2025-11-13T20:36:51.383" v="605" actId="1076"/>
          <ac:spMkLst>
            <pc:docMk/>
            <pc:sldMk cId="3493996368" sldId="256"/>
            <ac:spMk id="14" creationId="{304F8560-A650-9E36-82DA-6D5649A6C0D1}"/>
          </ac:spMkLst>
        </pc:spChg>
        <pc:spChg chg="mod">
          <ac:chgData name="Robert Finch" userId="360118edfabb5ba6" providerId="LiveId" clId="{940D50E2-FEDC-434C-83CF-A13052851249}" dt="2025-11-13T20:39:06.208" v="627" actId="1076"/>
          <ac:spMkLst>
            <pc:docMk/>
            <pc:sldMk cId="3493996368" sldId="256"/>
            <ac:spMk id="15" creationId="{8A60914A-135B-535E-A4E6-CB047D1389AE}"/>
          </ac:spMkLst>
        </pc:spChg>
        <pc:spChg chg="mod">
          <ac:chgData name="Robert Finch" userId="360118edfabb5ba6" providerId="LiveId" clId="{940D50E2-FEDC-434C-83CF-A13052851249}" dt="2025-11-13T20:39:40.534" v="633" actId="1076"/>
          <ac:spMkLst>
            <pc:docMk/>
            <pc:sldMk cId="3493996368" sldId="256"/>
            <ac:spMk id="16" creationId="{FF436A42-A1EB-0562-B784-8E229D49CA6A}"/>
          </ac:spMkLst>
        </pc:spChg>
        <pc:spChg chg="mod">
          <ac:chgData name="Robert Finch" userId="360118edfabb5ba6" providerId="LiveId" clId="{940D50E2-FEDC-434C-83CF-A13052851249}" dt="2025-11-13T20:40:14.982" v="638" actId="1076"/>
          <ac:spMkLst>
            <pc:docMk/>
            <pc:sldMk cId="3493996368" sldId="256"/>
            <ac:spMk id="17" creationId="{B774D86D-B698-D078-FAC0-735B59942F5E}"/>
          </ac:spMkLst>
        </pc:spChg>
        <pc:spChg chg="mod">
          <ac:chgData name="Robert Finch" userId="360118edfabb5ba6" providerId="LiveId" clId="{940D50E2-FEDC-434C-83CF-A13052851249}" dt="2025-11-13T20:40:40.705" v="643" actId="1076"/>
          <ac:spMkLst>
            <pc:docMk/>
            <pc:sldMk cId="3493996368" sldId="256"/>
            <ac:spMk id="18" creationId="{7B8498E8-92C8-F13C-33EB-F8E9FB749EAD}"/>
          </ac:spMkLst>
        </pc:spChg>
        <pc:spChg chg="mod">
          <ac:chgData name="Robert Finch" userId="360118edfabb5ba6" providerId="LiveId" clId="{940D50E2-FEDC-434C-83CF-A13052851249}" dt="2025-11-13T20:41:27.583" v="652" actId="1076"/>
          <ac:spMkLst>
            <pc:docMk/>
            <pc:sldMk cId="3493996368" sldId="256"/>
            <ac:spMk id="19" creationId="{C4E7F9D1-8DF1-12C2-7700-CE06C68FF045}"/>
          </ac:spMkLst>
        </pc:spChg>
        <pc:spChg chg="mod">
          <ac:chgData name="Robert Finch" userId="360118edfabb5ba6" providerId="LiveId" clId="{940D50E2-FEDC-434C-83CF-A13052851249}" dt="2025-11-17T01:31:50.863" v="2703" actId="14100"/>
          <ac:spMkLst>
            <pc:docMk/>
            <pc:sldMk cId="3493996368" sldId="256"/>
            <ac:spMk id="20" creationId="{33814D67-A90E-DB11-36FA-64E81BB2218A}"/>
          </ac:spMkLst>
        </pc:spChg>
        <pc:spChg chg="add mod ord">
          <ac:chgData name="Robert Finch" userId="360118edfabb5ba6" providerId="LiveId" clId="{940D50E2-FEDC-434C-83CF-A13052851249}" dt="2025-11-13T20:38:37.596" v="622" actId="14100"/>
          <ac:spMkLst>
            <pc:docMk/>
            <pc:sldMk cId="3493996368" sldId="256"/>
            <ac:spMk id="21" creationId="{68E9CFA1-3825-4851-2C50-2193AC6FE028}"/>
          </ac:spMkLst>
        </pc:spChg>
        <pc:spChg chg="add mod">
          <ac:chgData name="Robert Finch" userId="360118edfabb5ba6" providerId="LiveId" clId="{940D50E2-FEDC-434C-83CF-A13052851249}" dt="2025-11-23T12:58:44.948" v="2768" actId="14100"/>
          <ac:spMkLst>
            <pc:docMk/>
            <pc:sldMk cId="3493996368" sldId="256"/>
            <ac:spMk id="22" creationId="{C4B08F64-0CD3-8980-398C-ADBA3AB49225}"/>
          </ac:spMkLst>
        </pc:spChg>
        <pc:spChg chg="add mod">
          <ac:chgData name="Robert Finch" userId="360118edfabb5ba6" providerId="LiveId" clId="{940D50E2-FEDC-434C-83CF-A13052851249}" dt="2025-11-17T01:32:34.733" v="2723" actId="14100"/>
          <ac:spMkLst>
            <pc:docMk/>
            <pc:sldMk cId="3493996368" sldId="256"/>
            <ac:spMk id="23" creationId="{6B522A12-A492-6A1C-4438-ABFA464B5CC0}"/>
          </ac:spMkLst>
        </pc:spChg>
        <pc:spChg chg="add mod">
          <ac:chgData name="Robert Finch" userId="360118edfabb5ba6" providerId="LiveId" clId="{940D50E2-FEDC-434C-83CF-A13052851249}" dt="2025-11-17T01:30:57.260" v="2692" actId="14100"/>
          <ac:spMkLst>
            <pc:docMk/>
            <pc:sldMk cId="3493996368" sldId="256"/>
            <ac:spMk id="24" creationId="{E481DB56-C5C9-7AC4-0EE9-D297C341DF43}"/>
          </ac:spMkLst>
        </pc:spChg>
        <pc:spChg chg="add mod">
          <ac:chgData name="Robert Finch" userId="360118edfabb5ba6" providerId="LiveId" clId="{940D50E2-FEDC-434C-83CF-A13052851249}" dt="2025-11-17T01:31:04.638" v="2694" actId="1076"/>
          <ac:spMkLst>
            <pc:docMk/>
            <pc:sldMk cId="3493996368" sldId="256"/>
            <ac:spMk id="25" creationId="{DB92EDD2-6E78-2318-1091-5B24DD3F35EA}"/>
          </ac:spMkLst>
        </pc:spChg>
        <pc:spChg chg="add mod">
          <ac:chgData name="Robert Finch" userId="360118edfabb5ba6" providerId="LiveId" clId="{940D50E2-FEDC-434C-83CF-A13052851249}" dt="2025-11-17T01:32:44.489" v="2726" actId="20577"/>
          <ac:spMkLst>
            <pc:docMk/>
            <pc:sldMk cId="3493996368" sldId="256"/>
            <ac:spMk id="26" creationId="{FB420181-00EB-476F-E8E1-511C1E684828}"/>
          </ac:spMkLst>
        </pc:spChg>
        <pc:spChg chg="add mod">
          <ac:chgData name="Robert Finch" userId="360118edfabb5ba6" providerId="LiveId" clId="{940D50E2-FEDC-434C-83CF-A13052851249}" dt="2025-11-17T01:31:01.999" v="2693" actId="1076"/>
          <ac:spMkLst>
            <pc:docMk/>
            <pc:sldMk cId="3493996368" sldId="256"/>
            <ac:spMk id="27" creationId="{C9B770E9-9E36-BC7B-CD3A-649836BF1379}"/>
          </ac:spMkLst>
        </pc:spChg>
        <pc:spChg chg="add mod">
          <ac:chgData name="Robert Finch" userId="360118edfabb5ba6" providerId="LiveId" clId="{940D50E2-FEDC-434C-83CF-A13052851249}" dt="2025-11-17T01:32:56.146" v="2728" actId="1076"/>
          <ac:spMkLst>
            <pc:docMk/>
            <pc:sldMk cId="3493996368" sldId="256"/>
            <ac:spMk id="28" creationId="{11D3DA34-9AD0-64AB-B290-A53E3F8CB104}"/>
          </ac:spMkLst>
        </pc:spChg>
        <pc:spChg chg="add mod">
          <ac:chgData name="Robert Finch" userId="360118edfabb5ba6" providerId="LiveId" clId="{940D50E2-FEDC-434C-83CF-A13052851249}" dt="2025-11-13T21:04:28.807" v="1019" actId="1076"/>
          <ac:spMkLst>
            <pc:docMk/>
            <pc:sldMk cId="3493996368" sldId="256"/>
            <ac:spMk id="29" creationId="{4CDDCB0D-07E3-F8C0-A2F8-13C02CA1A8B4}"/>
          </ac:spMkLst>
        </pc:spChg>
        <pc:spChg chg="add mod">
          <ac:chgData name="Robert Finch" userId="360118edfabb5ba6" providerId="LiveId" clId="{940D50E2-FEDC-434C-83CF-A13052851249}" dt="2025-11-13T21:04:25.089" v="1018" actId="14100"/>
          <ac:spMkLst>
            <pc:docMk/>
            <pc:sldMk cId="3493996368" sldId="256"/>
            <ac:spMk id="30" creationId="{44EB0E90-3C35-259C-59F8-3056456FD5B3}"/>
          </ac:spMkLst>
        </pc:spChg>
        <pc:spChg chg="add mod">
          <ac:chgData name="Robert Finch" userId="360118edfabb5ba6" providerId="LiveId" clId="{940D50E2-FEDC-434C-83CF-A13052851249}" dt="2025-11-14T22:13:36.104" v="1512" actId="1076"/>
          <ac:spMkLst>
            <pc:docMk/>
            <pc:sldMk cId="3493996368" sldId="256"/>
            <ac:spMk id="31" creationId="{0D5F0C49-D56C-37EF-6204-191B87F32ACB}"/>
          </ac:spMkLst>
        </pc:spChg>
        <pc:spChg chg="add mod">
          <ac:chgData name="Robert Finch" userId="360118edfabb5ba6" providerId="LiveId" clId="{940D50E2-FEDC-434C-83CF-A13052851249}" dt="2025-11-17T01:31:13.314" v="2696" actId="1076"/>
          <ac:spMkLst>
            <pc:docMk/>
            <pc:sldMk cId="3493996368" sldId="256"/>
            <ac:spMk id="32" creationId="{C968DA46-1AA2-CE2E-542C-0AB89CE5CBE1}"/>
          </ac:spMkLst>
        </pc:spChg>
        <pc:spChg chg="mod">
          <ac:chgData name="Robert Finch" userId="360118edfabb5ba6" providerId="LiveId" clId="{940D50E2-FEDC-434C-83CF-A13052851249}" dt="2025-11-17T01:33:06.629" v="2731" actId="14100"/>
          <ac:spMkLst>
            <pc:docMk/>
            <pc:sldMk cId="3493996368" sldId="256"/>
            <ac:spMk id="33" creationId="{11B75455-1537-CCE7-A134-6BACBDF6AB81}"/>
          </ac:spMkLst>
        </pc:spChg>
        <pc:spChg chg="mod">
          <ac:chgData name="Robert Finch" userId="360118edfabb5ba6" providerId="LiveId" clId="{940D50E2-FEDC-434C-83CF-A13052851249}" dt="2025-11-14T08:43:27.249" v="1414" actId="20577"/>
          <ac:spMkLst>
            <pc:docMk/>
            <pc:sldMk cId="3493996368" sldId="256"/>
            <ac:spMk id="34" creationId="{F4E2F53D-544F-63C5-E91A-887CB965E6BD}"/>
          </ac:spMkLst>
        </pc:spChg>
        <pc:spChg chg="mod">
          <ac:chgData name="Robert Finch" userId="360118edfabb5ba6" providerId="LiveId" clId="{940D50E2-FEDC-434C-83CF-A13052851249}" dt="2025-11-14T08:44:27.371" v="1416" actId="20577"/>
          <ac:spMkLst>
            <pc:docMk/>
            <pc:sldMk cId="3493996368" sldId="256"/>
            <ac:spMk id="35" creationId="{25707A37-2146-452E-0E55-34D2DD7327B7}"/>
          </ac:spMkLst>
        </pc:spChg>
        <pc:spChg chg="mod">
          <ac:chgData name="Robert Finch" userId="360118edfabb5ba6" providerId="LiveId" clId="{940D50E2-FEDC-434C-83CF-A13052851249}" dt="2025-11-13T20:34:37.253" v="582" actId="1076"/>
          <ac:spMkLst>
            <pc:docMk/>
            <pc:sldMk cId="3493996368" sldId="256"/>
            <ac:spMk id="36" creationId="{11E77748-3C95-E25C-76EF-D8273C5CE235}"/>
          </ac:spMkLst>
        </pc:spChg>
        <pc:spChg chg="mod">
          <ac:chgData name="Robert Finch" userId="360118edfabb5ba6" providerId="LiveId" clId="{940D50E2-FEDC-434C-83CF-A13052851249}" dt="2025-11-13T20:35:23.935" v="591" actId="1076"/>
          <ac:spMkLst>
            <pc:docMk/>
            <pc:sldMk cId="3493996368" sldId="256"/>
            <ac:spMk id="37" creationId="{BFEBD308-3329-3694-F8D8-055311DD8850}"/>
          </ac:spMkLst>
        </pc:spChg>
        <pc:spChg chg="mod">
          <ac:chgData name="Robert Finch" userId="360118edfabb5ba6" providerId="LiveId" clId="{940D50E2-FEDC-434C-83CF-A13052851249}" dt="2025-11-13T20:38:27.857" v="620" actId="1076"/>
          <ac:spMkLst>
            <pc:docMk/>
            <pc:sldMk cId="3493996368" sldId="256"/>
            <ac:spMk id="38" creationId="{5B781C08-EC3C-DA74-AC8B-933D83D07036}"/>
          </ac:spMkLst>
        </pc:spChg>
        <pc:spChg chg="mod">
          <ac:chgData name="Robert Finch" userId="360118edfabb5ba6" providerId="LiveId" clId="{940D50E2-FEDC-434C-83CF-A13052851249}" dt="2025-11-13T20:39:13.379" v="629" actId="1076"/>
          <ac:spMkLst>
            <pc:docMk/>
            <pc:sldMk cId="3493996368" sldId="256"/>
            <ac:spMk id="39" creationId="{8AF02345-C9B1-B6BF-B7E9-41DDA4A6902F}"/>
          </ac:spMkLst>
        </pc:spChg>
        <pc:spChg chg="mod">
          <ac:chgData name="Robert Finch" userId="360118edfabb5ba6" providerId="LiveId" clId="{940D50E2-FEDC-434C-83CF-A13052851249}" dt="2025-11-13T20:36:15.928" v="599" actId="1076"/>
          <ac:spMkLst>
            <pc:docMk/>
            <pc:sldMk cId="3493996368" sldId="256"/>
            <ac:spMk id="40" creationId="{484CA597-998E-8D52-2E20-17E9EDFD37D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1" creationId="{62D03AFF-D0B3-BE37-A62E-0E325F813B5E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2" creationId="{C9FFACE2-7D7C-FD95-7CF1-4CB0CBE5103F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3" creationId="{19DD16B5-D0C6-56C6-6D1D-356BDF1FC148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44" creationId="{167BD157-E240-85AE-52D0-4AFE67280838}"/>
          </ac:spMkLst>
        </pc:spChg>
        <pc:spChg chg="mod">
          <ac:chgData name="Robert Finch" userId="360118edfabb5ba6" providerId="LiveId" clId="{940D50E2-FEDC-434C-83CF-A13052851249}" dt="2025-11-13T20:41:35.447" v="653" actId="1076"/>
          <ac:spMkLst>
            <pc:docMk/>
            <pc:sldMk cId="3493996368" sldId="256"/>
            <ac:spMk id="45" creationId="{172682AA-5277-427E-737F-654ABD6B1C6C}"/>
          </ac:spMkLst>
        </pc:spChg>
        <pc:spChg chg="mod">
          <ac:chgData name="Robert Finch" userId="360118edfabb5ba6" providerId="LiveId" clId="{940D50E2-FEDC-434C-83CF-A13052851249}" dt="2025-11-13T20:50:29.187" v="730" actId="14100"/>
          <ac:spMkLst>
            <pc:docMk/>
            <pc:sldMk cId="3493996368" sldId="256"/>
            <ac:spMk id="46" creationId="{25D4805F-00C2-A8C7-4B1F-08EC0AC68B4E}"/>
          </ac:spMkLst>
        </pc:spChg>
        <pc:spChg chg="mod">
          <ac:chgData name="Robert Finch" userId="360118edfabb5ba6" providerId="LiveId" clId="{940D50E2-FEDC-434C-83CF-A13052851249}" dt="2025-11-13T21:03:32.145" v="989" actId="1076"/>
          <ac:spMkLst>
            <pc:docMk/>
            <pc:sldMk cId="3493996368" sldId="256"/>
            <ac:spMk id="47" creationId="{20481544-3335-7F85-90A9-B756AF2C6056}"/>
          </ac:spMkLst>
        </pc:spChg>
        <pc:spChg chg="add mod">
          <ac:chgData name="Robert Finch" userId="360118edfabb5ba6" providerId="LiveId" clId="{940D50E2-FEDC-434C-83CF-A13052851249}" dt="2025-11-17T01:33:02.208" v="2730" actId="1076"/>
          <ac:spMkLst>
            <pc:docMk/>
            <pc:sldMk cId="3493996368" sldId="256"/>
            <ac:spMk id="48" creationId="{93F6DCD7-0DCD-999B-1D94-DD1C827A5C8D}"/>
          </ac:spMkLst>
        </pc:spChg>
        <pc:spChg chg="mod">
          <ac:chgData name="Robert Finch" userId="360118edfabb5ba6" providerId="LiveId" clId="{940D50E2-FEDC-434C-83CF-A13052851249}" dt="2025-11-14T22:11:58.300" v="1442" actId="20577"/>
          <ac:spMkLst>
            <pc:docMk/>
            <pc:sldMk cId="3493996368" sldId="256"/>
            <ac:spMk id="61" creationId="{E77A8B29-734E-EC7F-F576-39843C2E7F94}"/>
          </ac:spMkLst>
        </pc:spChg>
        <pc:spChg chg="mod">
          <ac:chgData name="Robert Finch" userId="360118edfabb5ba6" providerId="LiveId" clId="{940D50E2-FEDC-434C-83CF-A13052851249}" dt="2025-11-13T20:33:50.795" v="574" actId="1076"/>
          <ac:spMkLst>
            <pc:docMk/>
            <pc:sldMk cId="3493996368" sldId="256"/>
            <ac:spMk id="62" creationId="{F11ED450-E4A5-82D3-797A-3FBDBD5B5A63}"/>
          </ac:spMkLst>
        </pc:spChg>
        <pc:spChg chg="mod">
          <ac:chgData name="Robert Finch" userId="360118edfabb5ba6" providerId="LiveId" clId="{940D50E2-FEDC-434C-83CF-A13052851249}" dt="2025-11-13T20:34:42.171" v="583" actId="1076"/>
          <ac:spMkLst>
            <pc:docMk/>
            <pc:sldMk cId="3493996368" sldId="256"/>
            <ac:spMk id="63" creationId="{80B4887C-AC92-6545-FF32-3106C78F0D5C}"/>
          </ac:spMkLst>
        </pc:spChg>
        <pc:spChg chg="mod">
          <ac:chgData name="Robert Finch" userId="360118edfabb5ba6" providerId="LiveId" clId="{940D50E2-FEDC-434C-83CF-A13052851249}" dt="2025-11-23T12:58:05.311" v="2756" actId="14100"/>
          <ac:spMkLst>
            <pc:docMk/>
            <pc:sldMk cId="3493996368" sldId="256"/>
            <ac:spMk id="64" creationId="{8CC4E98C-122B-753D-15C6-7409B9E8BB46}"/>
          </ac:spMkLst>
        </pc:spChg>
        <pc:spChg chg="mod">
          <ac:chgData name="Robert Finch" userId="360118edfabb5ba6" providerId="LiveId" clId="{940D50E2-FEDC-434C-83CF-A13052851249}" dt="2025-11-13T20:36:31.823" v="602" actId="1076"/>
          <ac:spMkLst>
            <pc:docMk/>
            <pc:sldMk cId="3493996368" sldId="256"/>
            <ac:spMk id="65" creationId="{951ABB06-5D96-AAE7-9FD3-EA359A5E8223}"/>
          </ac:spMkLst>
        </pc:spChg>
        <pc:spChg chg="mod">
          <ac:chgData name="Robert Finch" userId="360118edfabb5ba6" providerId="LiveId" clId="{940D50E2-FEDC-434C-83CF-A13052851249}" dt="2025-11-13T20:37:09.654" v="607" actId="1076"/>
          <ac:spMkLst>
            <pc:docMk/>
            <pc:sldMk cId="3493996368" sldId="256"/>
            <ac:spMk id="66" creationId="{AB5F88CB-D03F-AE66-BD51-FBB1A8CD5B49}"/>
          </ac:spMkLst>
        </pc:spChg>
        <pc:spChg chg="mod">
          <ac:chgData name="Robert Finch" userId="360118edfabb5ba6" providerId="LiveId" clId="{940D50E2-FEDC-434C-83CF-A13052851249}" dt="2025-11-13T20:38:43.290" v="623" actId="1076"/>
          <ac:spMkLst>
            <pc:docMk/>
            <pc:sldMk cId="3493996368" sldId="256"/>
            <ac:spMk id="67" creationId="{DAF83E3C-C7F5-1498-7118-082DC5426720}"/>
          </ac:spMkLst>
        </pc:spChg>
        <pc:spChg chg="mod">
          <ac:chgData name="Robert Finch" userId="360118edfabb5ba6" providerId="LiveId" clId="{940D50E2-FEDC-434C-83CF-A13052851249}" dt="2025-11-13T20:39:10.141" v="628" actId="1076"/>
          <ac:spMkLst>
            <pc:docMk/>
            <pc:sldMk cId="3493996368" sldId="256"/>
            <ac:spMk id="68" creationId="{15F2B693-EEDB-034A-111E-FB5F74852603}"/>
          </ac:spMkLst>
        </pc:spChg>
        <pc:spChg chg="mod">
          <ac:chgData name="Robert Finch" userId="360118edfabb5ba6" providerId="LiveId" clId="{940D50E2-FEDC-434C-83CF-A13052851249}" dt="2025-11-13T20:41:45.363" v="655" actId="1076"/>
          <ac:spMkLst>
            <pc:docMk/>
            <pc:sldMk cId="3493996368" sldId="256"/>
            <ac:spMk id="69" creationId="{4D58C537-31EA-8880-0C4B-CF20D2ED8B32}"/>
          </ac:spMkLst>
        </pc:spChg>
        <pc:spChg chg="mod">
          <ac:chgData name="Robert Finch" userId="360118edfabb5ba6" providerId="LiveId" clId="{940D50E2-FEDC-434C-83CF-A13052851249}" dt="2025-11-13T20:41:15.258" v="649" actId="1076"/>
          <ac:spMkLst>
            <pc:docMk/>
            <pc:sldMk cId="3493996368" sldId="256"/>
            <ac:spMk id="70" creationId="{9BB8CC11-8D92-539C-E5E8-DAA6D4EFCA99}"/>
          </ac:spMkLst>
        </pc:spChg>
        <pc:spChg chg="mod">
          <ac:chgData name="Robert Finch" userId="360118edfabb5ba6" providerId="LiveId" clId="{940D50E2-FEDC-434C-83CF-A13052851249}" dt="2025-11-17T01:31:58.325" v="2704" actId="14100"/>
          <ac:spMkLst>
            <pc:docMk/>
            <pc:sldMk cId="3493996368" sldId="256"/>
            <ac:spMk id="71" creationId="{1C6F6109-CE91-55C0-CDE9-1FA0A55E1768}"/>
          </ac:spMkLst>
        </pc:spChg>
        <pc:spChg chg="mod">
          <ac:chgData name="Robert Finch" userId="360118edfabb5ba6" providerId="LiveId" clId="{940D50E2-FEDC-434C-83CF-A13052851249}" dt="2025-11-17T01:34:27.290" v="2733" actId="20577"/>
          <ac:spMkLst>
            <pc:docMk/>
            <pc:sldMk cId="3493996368" sldId="256"/>
            <ac:spMk id="72" creationId="{089DFE8E-A4B4-4D09-D92F-B051C93C312D}"/>
          </ac:spMkLst>
        </pc:spChg>
        <pc:spChg chg="mod">
          <ac:chgData name="Robert Finch" userId="360118edfabb5ba6" providerId="LiveId" clId="{940D50E2-FEDC-434C-83CF-A13052851249}" dt="2025-11-17T01:36:05.872" v="2736" actId="1076"/>
          <ac:spMkLst>
            <pc:docMk/>
            <pc:sldMk cId="3493996368" sldId="256"/>
            <ac:spMk id="73" creationId="{9591EC54-63D4-66BF-6A61-348EBA5DF458}"/>
          </ac:spMkLst>
        </pc:spChg>
        <pc:spChg chg="mod">
          <ac:chgData name="Robert Finch" userId="360118edfabb5ba6" providerId="LiveId" clId="{940D50E2-FEDC-434C-83CF-A13052851249}" dt="2025-11-17T01:35:58.587" v="2734" actId="1076"/>
          <ac:spMkLst>
            <pc:docMk/>
            <pc:sldMk cId="3493996368" sldId="256"/>
            <ac:spMk id="74" creationId="{4B9836E3-4F30-B303-77D3-E7C70ED48919}"/>
          </ac:spMkLst>
        </pc:spChg>
        <pc:spChg chg="mod">
          <ac:chgData name="Robert Finch" userId="360118edfabb5ba6" providerId="LiveId" clId="{940D50E2-FEDC-434C-83CF-A13052851249}" dt="2025-11-17T01:36:02.805" v="2735" actId="1076"/>
          <ac:spMkLst>
            <pc:docMk/>
            <pc:sldMk cId="3493996368" sldId="256"/>
            <ac:spMk id="75" creationId="{842A2CC6-130A-0169-AA3C-3244405DA334}"/>
          </ac:spMkLst>
        </pc:spChg>
        <pc:spChg chg="add mod">
          <ac:chgData name="Robert Finch" userId="360118edfabb5ba6" providerId="LiveId" clId="{940D50E2-FEDC-434C-83CF-A13052851249}" dt="2025-11-17T01:31:19.304" v="2697" actId="1076"/>
          <ac:spMkLst>
            <pc:docMk/>
            <pc:sldMk cId="3493996368" sldId="256"/>
            <ac:spMk id="78" creationId="{5AA53529-B298-EF3D-BEB2-1D4443ECAF4C}"/>
          </ac:spMkLst>
        </pc:spChg>
        <pc:spChg chg="mod">
          <ac:chgData name="Robert Finch" userId="360118edfabb5ba6" providerId="LiveId" clId="{940D50E2-FEDC-434C-83CF-A13052851249}" dt="2025-11-13T20:51:51.022" v="827" actId="20577"/>
          <ac:spMkLst>
            <pc:docMk/>
            <pc:sldMk cId="3493996368" sldId="256"/>
            <ac:spMk id="79" creationId="{C2658078-6571-A2AC-B706-BC5A4D49B71C}"/>
          </ac:spMkLst>
        </pc:spChg>
        <pc:spChg chg="mod">
          <ac:chgData name="Robert Finch" userId="360118edfabb5ba6" providerId="LiveId" clId="{940D50E2-FEDC-434C-83CF-A13052851249}" dt="2025-11-13T20:52:59.283" v="830" actId="207"/>
          <ac:spMkLst>
            <pc:docMk/>
            <pc:sldMk cId="3493996368" sldId="256"/>
            <ac:spMk id="80" creationId="{23031C47-9C51-2E3C-8044-86E760B0C279}"/>
          </ac:spMkLst>
        </pc:spChg>
        <pc:spChg chg="mod">
          <ac:chgData name="Robert Finch" userId="360118edfabb5ba6" providerId="LiveId" clId="{940D50E2-FEDC-434C-83CF-A13052851249}" dt="2025-11-13T20:41:54.510" v="656" actId="1076"/>
          <ac:spMkLst>
            <pc:docMk/>
            <pc:sldMk cId="3493996368" sldId="256"/>
            <ac:spMk id="81" creationId="{3FEF0634-1D91-3B54-C02B-6679ACB17214}"/>
          </ac:spMkLst>
        </pc:spChg>
        <pc:spChg chg="mod">
          <ac:chgData name="Robert Finch" userId="360118edfabb5ba6" providerId="LiveId" clId="{940D50E2-FEDC-434C-83CF-A13052851249}" dt="2025-11-13T20:42:12.527" v="659" actId="1076"/>
          <ac:spMkLst>
            <pc:docMk/>
            <pc:sldMk cId="3493996368" sldId="256"/>
            <ac:spMk id="82" creationId="{358B07E1-F8AC-5A1E-64F8-01F9710B3DA6}"/>
          </ac:spMkLst>
        </pc:spChg>
        <pc:spChg chg="mod">
          <ac:chgData name="Robert Finch" userId="360118edfabb5ba6" providerId="LiveId" clId="{940D50E2-FEDC-434C-83CF-A13052851249}" dt="2025-11-14T08:44:39.184" v="1418" actId="1076"/>
          <ac:spMkLst>
            <pc:docMk/>
            <pc:sldMk cId="3493996368" sldId="256"/>
            <ac:spMk id="84" creationId="{B35101C1-E541-D542-199F-C5DB73595420}"/>
          </ac:spMkLst>
        </pc:spChg>
        <pc:spChg chg="mod">
          <ac:chgData name="Robert Finch" userId="360118edfabb5ba6" providerId="LiveId" clId="{940D50E2-FEDC-434C-83CF-A13052851249}" dt="2025-11-13T20:33:57.184" v="575" actId="1076"/>
          <ac:spMkLst>
            <pc:docMk/>
            <pc:sldMk cId="3493996368" sldId="256"/>
            <ac:spMk id="85" creationId="{33E520EF-4343-E99C-087F-0232C7BC6D24}"/>
          </ac:spMkLst>
        </pc:spChg>
        <pc:spChg chg="mod">
          <ac:chgData name="Robert Finch" userId="360118edfabb5ba6" providerId="LiveId" clId="{940D50E2-FEDC-434C-83CF-A13052851249}" dt="2025-11-13T20:34:46.866" v="584" actId="1076"/>
          <ac:spMkLst>
            <pc:docMk/>
            <pc:sldMk cId="3493996368" sldId="256"/>
            <ac:spMk id="86" creationId="{78FB1DF9-D495-C990-6566-49EAD69A86AB}"/>
          </ac:spMkLst>
        </pc:spChg>
        <pc:spChg chg="mod ord">
          <ac:chgData name="Robert Finch" userId="360118edfabb5ba6" providerId="LiveId" clId="{940D50E2-FEDC-434C-83CF-A13052851249}" dt="2025-11-13T20:35:36.793" v="593" actId="1076"/>
          <ac:spMkLst>
            <pc:docMk/>
            <pc:sldMk cId="3493996368" sldId="256"/>
            <ac:spMk id="87" creationId="{AF88EC9D-8895-9EB8-CB82-C39049FDD38D}"/>
          </ac:spMkLst>
        </pc:spChg>
        <pc:spChg chg="mod">
          <ac:chgData name="Robert Finch" userId="360118edfabb5ba6" providerId="LiveId" clId="{940D50E2-FEDC-434C-83CF-A13052851249}" dt="2025-11-13T20:36:10.530" v="598" actId="1076"/>
          <ac:spMkLst>
            <pc:docMk/>
            <pc:sldMk cId="3493996368" sldId="256"/>
            <ac:spMk id="88" creationId="{49D1C316-B5D7-51AD-7A45-655722475189}"/>
          </ac:spMkLst>
        </pc:spChg>
        <pc:spChg chg="mod">
          <ac:chgData name="Robert Finch" userId="360118edfabb5ba6" providerId="LiveId" clId="{940D50E2-FEDC-434C-83CF-A13052851249}" dt="2025-11-13T20:37:23.888" v="609" actId="1076"/>
          <ac:spMkLst>
            <pc:docMk/>
            <pc:sldMk cId="3493996368" sldId="256"/>
            <ac:spMk id="89" creationId="{357226EE-43AD-3F0F-0A0E-8ECA87874481}"/>
          </ac:spMkLst>
        </pc:spChg>
        <pc:spChg chg="mod">
          <ac:chgData name="Robert Finch" userId="360118edfabb5ba6" providerId="LiveId" clId="{940D50E2-FEDC-434C-83CF-A13052851249}" dt="2025-11-13T20:38:53.619" v="624" actId="1076"/>
          <ac:spMkLst>
            <pc:docMk/>
            <pc:sldMk cId="3493996368" sldId="256"/>
            <ac:spMk id="90" creationId="{3E8870B3-430D-D283-D86C-4C514A5BF941}"/>
          </ac:spMkLst>
        </pc:spChg>
        <pc:spChg chg="mod">
          <ac:chgData name="Robert Finch" userId="360118edfabb5ba6" providerId="LiveId" clId="{940D50E2-FEDC-434C-83CF-A13052851249}" dt="2025-11-13T21:08:10.398" v="1136" actId="1076"/>
          <ac:spMkLst>
            <pc:docMk/>
            <pc:sldMk cId="3493996368" sldId="256"/>
            <ac:spMk id="91" creationId="{CD0E5963-C409-D8AD-920C-2D8AB5A17E9C}"/>
          </ac:spMkLst>
        </pc:spChg>
        <pc:spChg chg="mod">
          <ac:chgData name="Robert Finch" userId="360118edfabb5ba6" providerId="LiveId" clId="{940D50E2-FEDC-434C-83CF-A13052851249}" dt="2025-11-13T20:42:17.907" v="660" actId="1076"/>
          <ac:spMkLst>
            <pc:docMk/>
            <pc:sldMk cId="3493996368" sldId="256"/>
            <ac:spMk id="92" creationId="{5181DFDA-4CD0-5C12-2298-C7B2CE37957D}"/>
          </ac:spMkLst>
        </pc:spChg>
        <pc:spChg chg="add mod">
          <ac:chgData name="Robert Finch" userId="360118edfabb5ba6" providerId="LiveId" clId="{940D50E2-FEDC-434C-83CF-A13052851249}" dt="2025-11-17T01:31:22.991" v="2698" actId="1076"/>
          <ac:spMkLst>
            <pc:docMk/>
            <pc:sldMk cId="3493996368" sldId="256"/>
            <ac:spMk id="94" creationId="{2B9C3FDD-E935-4F8F-A3B4-D03E1AE89E70}"/>
          </ac:spMkLst>
        </pc:spChg>
        <pc:spChg chg="add mod">
          <ac:chgData name="Robert Finch" userId="360118edfabb5ba6" providerId="LiveId" clId="{940D50E2-FEDC-434C-83CF-A13052851249}" dt="2025-11-13T21:04:12.319" v="1015" actId="14100"/>
          <ac:spMkLst>
            <pc:docMk/>
            <pc:sldMk cId="3493996368" sldId="256"/>
            <ac:spMk id="95" creationId="{818A4B9F-614C-0A8D-0E5A-11F2715FEFA7}"/>
          </ac:spMkLst>
        </pc:spChg>
        <pc:spChg chg="add mod">
          <ac:chgData name="Robert Finch" userId="360118edfabb5ba6" providerId="LiveId" clId="{940D50E2-FEDC-434C-83CF-A13052851249}" dt="2025-11-13T21:08:14.379" v="1137" actId="1076"/>
          <ac:spMkLst>
            <pc:docMk/>
            <pc:sldMk cId="3493996368" sldId="256"/>
            <ac:spMk id="97" creationId="{5A1A0868-613A-7356-225A-7748D7DD9C03}"/>
          </ac:spMkLst>
        </pc:spChg>
        <pc:spChg chg="add mod">
          <ac:chgData name="Robert Finch" userId="360118edfabb5ba6" providerId="LiveId" clId="{940D50E2-FEDC-434C-83CF-A13052851249}" dt="2025-11-17T01:31:32.522" v="2700" actId="1076"/>
          <ac:spMkLst>
            <pc:docMk/>
            <pc:sldMk cId="3493996368" sldId="256"/>
            <ac:spMk id="106" creationId="{70368FDF-06CC-5DB3-E45A-CFB9D5FE4C3F}"/>
          </ac:spMkLst>
        </pc:spChg>
        <pc:spChg chg="add mod">
          <ac:chgData name="Robert Finch" userId="360118edfabb5ba6" providerId="LiveId" clId="{940D50E2-FEDC-434C-83CF-A13052851249}" dt="2025-11-17T01:31:37.241" v="2701" actId="1076"/>
          <ac:spMkLst>
            <pc:docMk/>
            <pc:sldMk cId="3493996368" sldId="256"/>
            <ac:spMk id="107" creationId="{0B3BB0DD-364C-9C0A-D374-2C3A40385486}"/>
          </ac:spMkLst>
        </pc:spChg>
        <pc:spChg chg="add mod">
          <ac:chgData name="Robert Finch" userId="360118edfabb5ba6" providerId="LiveId" clId="{940D50E2-FEDC-434C-83CF-A13052851249}" dt="2025-11-17T01:31:47.306" v="2702" actId="1076"/>
          <ac:spMkLst>
            <pc:docMk/>
            <pc:sldMk cId="3493996368" sldId="256"/>
            <ac:spMk id="109" creationId="{6FBE0B35-0304-3DC6-3097-3C12B2CB2125}"/>
          </ac:spMkLst>
        </pc:spChg>
        <pc:spChg chg="add mod ord">
          <ac:chgData name="Robert Finch" userId="360118edfabb5ba6" providerId="LiveId" clId="{940D50E2-FEDC-434C-83CF-A13052851249}" dt="2025-11-14T08:46:26.783" v="1439" actId="167"/>
          <ac:spMkLst>
            <pc:docMk/>
            <pc:sldMk cId="3493996368" sldId="256"/>
            <ac:spMk id="110" creationId="{AA136E37-5431-E8FB-B541-92D80BAE5C5D}"/>
          </ac:spMkLst>
        </pc:spChg>
        <pc:cxnChg chg="mod">
          <ac:chgData name="Robert Finch" userId="360118edfabb5ba6" providerId="LiveId" clId="{940D50E2-FEDC-434C-83CF-A13052851249}" dt="2025-11-17T01:32:01.363" v="2705" actId="14100"/>
          <ac:cxnSpMkLst>
            <pc:docMk/>
            <pc:sldMk cId="3493996368" sldId="256"/>
            <ac:cxnSpMk id="76" creationId="{3CEC3892-632B-818B-78C4-59F223B66684}"/>
          </ac:cxnSpMkLst>
        </pc:cxnChg>
        <pc:cxnChg chg="add">
          <ac:chgData name="Robert Finch" userId="360118edfabb5ba6" providerId="LiveId" clId="{940D50E2-FEDC-434C-83CF-A13052851249}" dt="2025-11-13T21:08:18.893" v="1138" actId="11529"/>
          <ac:cxnSpMkLst>
            <pc:docMk/>
            <pc:sldMk cId="3493996368" sldId="256"/>
            <ac:cxnSpMk id="99" creationId="{41F93285-5143-E06F-5514-FC1C3854AE4E}"/>
          </ac:cxnSpMkLst>
        </pc:cxnChg>
        <pc:cxnChg chg="add">
          <ac:chgData name="Robert Finch" userId="360118edfabb5ba6" providerId="LiveId" clId="{940D50E2-FEDC-434C-83CF-A13052851249}" dt="2025-11-13T21:08:26.606" v="1139" actId="11529"/>
          <ac:cxnSpMkLst>
            <pc:docMk/>
            <pc:sldMk cId="3493996368" sldId="256"/>
            <ac:cxnSpMk id="101" creationId="{B342B8BB-585D-7B3C-4B3B-56191BF22736}"/>
          </ac:cxnSpMkLst>
        </pc:cxnChg>
        <pc:cxnChg chg="add">
          <ac:chgData name="Robert Finch" userId="360118edfabb5ba6" providerId="LiveId" clId="{940D50E2-FEDC-434C-83CF-A13052851249}" dt="2025-11-13T21:08:37.354" v="1140" actId="11529"/>
          <ac:cxnSpMkLst>
            <pc:docMk/>
            <pc:sldMk cId="3493996368" sldId="256"/>
            <ac:cxnSpMk id="103" creationId="{8C788CD4-DE31-AEDD-1B6C-A0EE6B0EEA7A}"/>
          </ac:cxnSpMkLst>
        </pc:cxnChg>
        <pc:cxnChg chg="add">
          <ac:chgData name="Robert Finch" userId="360118edfabb5ba6" providerId="LiveId" clId="{940D50E2-FEDC-434C-83CF-A13052851249}" dt="2025-11-13T21:08:44.086" v="1141" actId="11529"/>
          <ac:cxnSpMkLst>
            <pc:docMk/>
            <pc:sldMk cId="3493996368" sldId="256"/>
            <ac:cxnSpMk id="105" creationId="{A961A69D-8F94-0A24-1763-92B5BC676AF9}"/>
          </ac:cxnSpMkLst>
        </pc:cxnChg>
      </pc:sldChg>
      <pc:sldChg chg="addSp delSp modSp mod">
        <pc:chgData name="Robert Finch" userId="360118edfabb5ba6" providerId="LiveId" clId="{940D50E2-FEDC-434C-83CF-A13052851249}" dt="2025-11-13T21:14:07.027" v="1352" actId="20577"/>
        <pc:sldMkLst>
          <pc:docMk/>
          <pc:sldMk cId="2594290601" sldId="257"/>
        </pc:sldMkLst>
        <pc:spChg chg="mod">
          <ac:chgData name="Robert Finch" userId="360118edfabb5ba6" providerId="LiveId" clId="{940D50E2-FEDC-434C-83CF-A13052851249}" dt="2025-11-08T01:29:30.020" v="76" actId="20577"/>
          <ac:spMkLst>
            <pc:docMk/>
            <pc:sldMk cId="2594290601" sldId="257"/>
            <ac:spMk id="2" creationId="{922B9395-D48D-D2C9-3B68-4D26BC937E22}"/>
          </ac:spMkLst>
        </pc:spChg>
        <pc:spChg chg="add mod">
          <ac:chgData name="Robert Finch" userId="360118edfabb5ba6" providerId="LiveId" clId="{940D50E2-FEDC-434C-83CF-A13052851249}" dt="2025-11-09T01:31:16.271" v="270" actId="1076"/>
          <ac:spMkLst>
            <pc:docMk/>
            <pc:sldMk cId="2594290601" sldId="257"/>
            <ac:spMk id="3" creationId="{1C99CBB6-2A2D-F548-B0CB-76D152B61BEF}"/>
          </ac:spMkLst>
        </pc:spChg>
        <pc:spChg chg="mod">
          <ac:chgData name="Robert Finch" userId="360118edfabb5ba6" providerId="LiveId" clId="{940D50E2-FEDC-434C-83CF-A13052851249}" dt="2025-11-09T01:35:24.281" v="332" actId="1076"/>
          <ac:spMkLst>
            <pc:docMk/>
            <pc:sldMk cId="2594290601" sldId="257"/>
            <ac:spMk id="4" creationId="{A1521FF0-16AA-8A4C-5185-A6BE8CA2AF64}"/>
          </ac:spMkLst>
        </pc:spChg>
        <pc:spChg chg="mod">
          <ac:chgData name="Robert Finch" userId="360118edfabb5ba6" providerId="LiveId" clId="{940D50E2-FEDC-434C-83CF-A13052851249}" dt="2025-11-09T01:35:28.520" v="333" actId="1076"/>
          <ac:spMkLst>
            <pc:docMk/>
            <pc:sldMk cId="2594290601" sldId="257"/>
            <ac:spMk id="5" creationId="{0CAB3B1D-1078-99ED-30C9-DFBCF4E3CC21}"/>
          </ac:spMkLst>
        </pc:spChg>
        <pc:spChg chg="mod">
          <ac:chgData name="Robert Finch" userId="360118edfabb5ba6" providerId="LiveId" clId="{940D50E2-FEDC-434C-83CF-A13052851249}" dt="2025-11-13T19:23:57.653" v="501" actId="20577"/>
          <ac:spMkLst>
            <pc:docMk/>
            <pc:sldMk cId="2594290601" sldId="257"/>
            <ac:spMk id="6" creationId="{162AFF2E-C847-9432-5A43-1B06D005C39B}"/>
          </ac:spMkLst>
        </pc:spChg>
        <pc:spChg chg="mod">
          <ac:chgData name="Robert Finch" userId="360118edfabb5ba6" providerId="LiveId" clId="{940D50E2-FEDC-434C-83CF-A13052851249}" dt="2025-11-13T19:23:53.549" v="499" actId="20577"/>
          <ac:spMkLst>
            <pc:docMk/>
            <pc:sldMk cId="2594290601" sldId="257"/>
            <ac:spMk id="7" creationId="{AE46EF95-477A-2994-C3AB-36A8ABE4781F}"/>
          </ac:spMkLst>
        </pc:spChg>
        <pc:spChg chg="add mod">
          <ac:chgData name="Robert Finch" userId="360118edfabb5ba6" providerId="LiveId" clId="{940D50E2-FEDC-434C-83CF-A13052851249}" dt="2025-11-09T01:31:13.408" v="269" actId="1076"/>
          <ac:spMkLst>
            <pc:docMk/>
            <pc:sldMk cId="2594290601" sldId="257"/>
            <ac:spMk id="8" creationId="{32E55B2F-F886-D360-2A28-E02105DB82B2}"/>
          </ac:spMkLst>
        </pc:spChg>
        <pc:spChg chg="add mod">
          <ac:chgData name="Robert Finch" userId="360118edfabb5ba6" providerId="LiveId" clId="{940D50E2-FEDC-434C-83CF-A13052851249}" dt="2025-11-09T01:31:24.347" v="272" actId="1076"/>
          <ac:spMkLst>
            <pc:docMk/>
            <pc:sldMk cId="2594290601" sldId="257"/>
            <ac:spMk id="9" creationId="{78A1C8BD-019C-4B6E-8163-4823757689DC}"/>
          </ac:spMkLst>
        </pc:spChg>
        <pc:spChg chg="add mod">
          <ac:chgData name="Robert Finch" userId="360118edfabb5ba6" providerId="LiveId" clId="{940D50E2-FEDC-434C-83CF-A13052851249}" dt="2025-11-09T01:33:56.155" v="308" actId="1076"/>
          <ac:spMkLst>
            <pc:docMk/>
            <pc:sldMk cId="2594290601" sldId="257"/>
            <ac:spMk id="13" creationId="{3A74FD05-F8BC-B23B-4D15-A392433EF47C}"/>
          </ac:spMkLst>
        </pc:spChg>
        <pc:spChg chg="add mod">
          <ac:chgData name="Robert Finch" userId="360118edfabb5ba6" providerId="LiveId" clId="{940D50E2-FEDC-434C-83CF-A13052851249}" dt="2025-11-09T01:34:03.048" v="310" actId="1076"/>
          <ac:spMkLst>
            <pc:docMk/>
            <pc:sldMk cId="2594290601" sldId="257"/>
            <ac:spMk id="15" creationId="{D4B7D24E-7521-1BB3-73FE-FF986C506178}"/>
          </ac:spMkLst>
        </pc:spChg>
        <pc:spChg chg="mod">
          <ac:chgData name="Robert Finch" userId="360118edfabb5ba6" providerId="LiveId" clId="{940D50E2-FEDC-434C-83CF-A13052851249}" dt="2025-11-13T19:24:10.863" v="502" actId="1076"/>
          <ac:spMkLst>
            <pc:docMk/>
            <pc:sldMk cId="2594290601" sldId="257"/>
            <ac:spMk id="16" creationId="{8E2CCC9A-50A2-4505-C9BD-E02C96FA3D21}"/>
          </ac:spMkLst>
        </pc:spChg>
        <pc:spChg chg="mod">
          <ac:chgData name="Robert Finch" userId="360118edfabb5ba6" providerId="LiveId" clId="{940D50E2-FEDC-434C-83CF-A13052851249}" dt="2025-11-09T01:34:17.528" v="315" actId="1076"/>
          <ac:spMkLst>
            <pc:docMk/>
            <pc:sldMk cId="2594290601" sldId="257"/>
            <ac:spMk id="18" creationId="{F8B25F58-38F6-83C5-4F48-A2B549834C2D}"/>
          </ac:spMkLst>
        </pc:spChg>
        <pc:spChg chg="mod">
          <ac:chgData name="Robert Finch" userId="360118edfabb5ba6" providerId="LiveId" clId="{940D50E2-FEDC-434C-83CF-A13052851249}" dt="2025-11-09T01:34:27.005" v="318" actId="1076"/>
          <ac:spMkLst>
            <pc:docMk/>
            <pc:sldMk cId="2594290601" sldId="257"/>
            <ac:spMk id="19" creationId="{B37A4C80-2BCC-3C11-C923-3C4DAB8C4306}"/>
          </ac:spMkLst>
        </pc:spChg>
        <pc:spChg chg="mod">
          <ac:chgData name="Robert Finch" userId="360118edfabb5ba6" providerId="LiveId" clId="{940D50E2-FEDC-434C-83CF-A13052851249}" dt="2025-11-09T01:34:35.633" v="321" actId="1076"/>
          <ac:spMkLst>
            <pc:docMk/>
            <pc:sldMk cId="2594290601" sldId="257"/>
            <ac:spMk id="20" creationId="{1021077F-E5D9-F73E-DB1C-EEC6A67D0F78}"/>
          </ac:spMkLst>
        </pc:spChg>
        <pc:spChg chg="add mod">
          <ac:chgData name="Robert Finch" userId="360118edfabb5ba6" providerId="LiveId" clId="{940D50E2-FEDC-434C-83CF-A13052851249}" dt="2025-11-09T01:34:11.180" v="313" actId="1076"/>
          <ac:spMkLst>
            <pc:docMk/>
            <pc:sldMk cId="2594290601" sldId="257"/>
            <ac:spMk id="21" creationId="{B716BC00-0FF1-C3E5-C4EF-900E736199DB}"/>
          </ac:spMkLst>
        </pc:spChg>
        <pc:spChg chg="mod">
          <ac:chgData name="Robert Finch" userId="360118edfabb5ba6" providerId="LiveId" clId="{940D50E2-FEDC-434C-83CF-A13052851249}" dt="2025-11-09T01:34:21.447" v="316" actId="1076"/>
          <ac:spMkLst>
            <pc:docMk/>
            <pc:sldMk cId="2594290601" sldId="257"/>
            <ac:spMk id="23" creationId="{57DAD130-1EBA-D481-F1A5-B3A938F02835}"/>
          </ac:spMkLst>
        </pc:spChg>
        <pc:spChg chg="mod">
          <ac:chgData name="Robert Finch" userId="360118edfabb5ba6" providerId="LiveId" clId="{940D50E2-FEDC-434C-83CF-A13052851249}" dt="2025-11-09T01:34:32.265" v="320" actId="1076"/>
          <ac:spMkLst>
            <pc:docMk/>
            <pc:sldMk cId="2594290601" sldId="257"/>
            <ac:spMk id="24" creationId="{50CA5ED3-322C-7559-35C4-043568DD8612}"/>
          </ac:spMkLst>
        </pc:spChg>
        <pc:spChg chg="mod">
          <ac:chgData name="Robert Finch" userId="360118edfabb5ba6" providerId="LiveId" clId="{940D50E2-FEDC-434C-83CF-A13052851249}" dt="2025-11-09T01:34:39.150" v="322" actId="1076"/>
          <ac:spMkLst>
            <pc:docMk/>
            <pc:sldMk cId="2594290601" sldId="257"/>
            <ac:spMk id="25" creationId="{A8A5A8C7-2086-0573-E87A-438924545018}"/>
          </ac:spMkLst>
        </pc:spChg>
        <pc:spChg chg="mod">
          <ac:chgData name="Robert Finch" userId="360118edfabb5ba6" providerId="LiveId" clId="{940D50E2-FEDC-434C-83CF-A13052851249}" dt="2025-11-09T01:34:24.365" v="317" actId="1076"/>
          <ac:spMkLst>
            <pc:docMk/>
            <pc:sldMk cId="2594290601" sldId="257"/>
            <ac:spMk id="35" creationId="{8E88E834-F2D0-8CBB-4152-1AD564EECC86}"/>
          </ac:spMkLst>
        </pc:spChg>
        <pc:spChg chg="mod">
          <ac:chgData name="Robert Finch" userId="360118edfabb5ba6" providerId="LiveId" clId="{940D50E2-FEDC-434C-83CF-A13052851249}" dt="2025-11-09T01:34:29.556" v="319" actId="1076"/>
          <ac:spMkLst>
            <pc:docMk/>
            <pc:sldMk cId="2594290601" sldId="257"/>
            <ac:spMk id="36" creationId="{500454C3-33B4-2D69-4E9E-1E9A00CFD8D0}"/>
          </ac:spMkLst>
        </pc:spChg>
        <pc:spChg chg="mod">
          <ac:chgData name="Robert Finch" userId="360118edfabb5ba6" providerId="LiveId" clId="{940D50E2-FEDC-434C-83CF-A13052851249}" dt="2025-11-09T01:34:41.741" v="323" actId="1076"/>
          <ac:spMkLst>
            <pc:docMk/>
            <pc:sldMk cId="2594290601" sldId="257"/>
            <ac:spMk id="37" creationId="{C0945E42-19F8-4A70-3D8A-3A2C77D87313}"/>
          </ac:spMkLst>
        </pc:spChg>
        <pc:spChg chg="mod">
          <ac:chgData name="Robert Finch" userId="360118edfabb5ba6" providerId="LiveId" clId="{940D50E2-FEDC-434C-83CF-A13052851249}" dt="2025-11-11T00:18:23.324" v="485" actId="20577"/>
          <ac:spMkLst>
            <pc:docMk/>
            <pc:sldMk cId="2594290601" sldId="257"/>
            <ac:spMk id="38" creationId="{E011F6C4-3F05-4093-DF1A-05D8225E0985}"/>
          </ac:spMkLst>
        </pc:spChg>
        <pc:spChg chg="mod">
          <ac:chgData name="Robert Finch" userId="360118edfabb5ba6" providerId="LiveId" clId="{940D50E2-FEDC-434C-83CF-A13052851249}" dt="2025-11-09T01:31:31.115" v="276" actId="20577"/>
          <ac:spMkLst>
            <pc:docMk/>
            <pc:sldMk cId="2594290601" sldId="257"/>
            <ac:spMk id="43" creationId="{6E2C7DB7-1FAD-B106-9935-8AE626DD9E8A}"/>
          </ac:spMkLst>
        </pc:spChg>
        <pc:spChg chg="mod">
          <ac:chgData name="Robert Finch" userId="360118edfabb5ba6" providerId="LiveId" clId="{940D50E2-FEDC-434C-83CF-A13052851249}" dt="2025-11-13T21:14:07.027" v="1352" actId="20577"/>
          <ac:spMkLst>
            <pc:docMk/>
            <pc:sldMk cId="2594290601" sldId="257"/>
            <ac:spMk id="44" creationId="{4D129218-44F0-AFD7-A77E-D2949684502A}"/>
          </ac:spMkLst>
        </pc:spChg>
        <pc:cxnChg chg="mod">
          <ac:chgData name="Robert Finch" userId="360118edfabb5ba6" providerId="LiveId" clId="{940D50E2-FEDC-434C-83CF-A13052851249}" dt="2025-11-09T01:35:28.520" v="333" actId="1076"/>
          <ac:cxnSpMkLst>
            <pc:docMk/>
            <pc:sldMk cId="2594290601" sldId="257"/>
            <ac:cxnSpMk id="14" creationId="{32FC212D-082A-DD72-F557-EFDFDD7E81AE}"/>
          </ac:cxnSpMkLst>
        </pc:cxnChg>
      </pc:sldChg>
      <pc:sldChg chg="addSp delSp modSp mod">
        <pc:chgData name="Robert Finch" userId="360118edfabb5ba6" providerId="LiveId" clId="{940D50E2-FEDC-434C-83CF-A13052851249}" dt="2025-11-13T21:11:18.540" v="1246" actId="1076"/>
        <pc:sldMkLst>
          <pc:docMk/>
          <pc:sldMk cId="2650679018" sldId="258"/>
        </pc:sldMkLst>
        <pc:spChg chg="mod">
          <ac:chgData name="Robert Finch" userId="360118edfabb5ba6" providerId="LiveId" clId="{940D50E2-FEDC-434C-83CF-A13052851249}" dt="2025-11-08T01:23:51.326" v="10" actId="20577"/>
          <ac:spMkLst>
            <pc:docMk/>
            <pc:sldMk cId="2650679018" sldId="258"/>
            <ac:spMk id="2" creationId="{589C157B-1C51-0E6E-C43E-CBBA43BA6BE8}"/>
          </ac:spMkLst>
        </pc:spChg>
        <pc:spChg chg="add mod">
          <ac:chgData name="Robert Finch" userId="360118edfabb5ba6" providerId="LiveId" clId="{940D50E2-FEDC-434C-83CF-A13052851249}" dt="2025-11-09T01:36:36.504" v="343" actId="1076"/>
          <ac:spMkLst>
            <pc:docMk/>
            <pc:sldMk cId="2650679018" sldId="258"/>
            <ac:spMk id="3" creationId="{6BEEB1B9-7B1F-13BE-10C6-585A270710C2}"/>
          </ac:spMkLst>
        </pc:spChg>
        <pc:spChg chg="mod">
          <ac:chgData name="Robert Finch" userId="360118edfabb5ba6" providerId="LiveId" clId="{940D50E2-FEDC-434C-83CF-A13052851249}" dt="2025-11-11T00:16:40.680" v="476" actId="14100"/>
          <ac:spMkLst>
            <pc:docMk/>
            <pc:sldMk cId="2650679018" sldId="258"/>
            <ac:spMk id="4" creationId="{ED9E9027-BDD8-40F6-C371-8BC28F2C3BAD}"/>
          </ac:spMkLst>
        </pc:spChg>
        <pc:spChg chg="mod">
          <ac:chgData name="Robert Finch" userId="360118edfabb5ba6" providerId="LiveId" clId="{940D50E2-FEDC-434C-83CF-A13052851249}" dt="2025-11-11T00:16:50.922" v="479" actId="1076"/>
          <ac:spMkLst>
            <pc:docMk/>
            <pc:sldMk cId="2650679018" sldId="258"/>
            <ac:spMk id="5" creationId="{C672087E-2142-B630-8F6A-5BC9C7EBB006}"/>
          </ac:spMkLst>
        </pc:spChg>
        <pc:spChg chg="mod">
          <ac:chgData name="Robert Finch" userId="360118edfabb5ba6" providerId="LiveId" clId="{940D50E2-FEDC-434C-83CF-A13052851249}" dt="2025-11-11T00:16:47.423" v="478" actId="14100"/>
          <ac:spMkLst>
            <pc:docMk/>
            <pc:sldMk cId="2650679018" sldId="258"/>
            <ac:spMk id="6" creationId="{449EF98E-5C8D-4F68-896A-FA1451A87E8F}"/>
          </ac:spMkLst>
        </pc:spChg>
        <pc:spChg chg="mod">
          <ac:chgData name="Robert Finch" userId="360118edfabb5ba6" providerId="LiveId" clId="{940D50E2-FEDC-434C-83CF-A13052851249}" dt="2025-11-13T21:10:58.588" v="1236" actId="20577"/>
          <ac:spMkLst>
            <pc:docMk/>
            <pc:sldMk cId="2650679018" sldId="258"/>
            <ac:spMk id="7" creationId="{D2ED940B-FECC-5AFE-06CF-9E5B830F4097}"/>
          </ac:spMkLst>
        </pc:spChg>
        <pc:spChg chg="mod">
          <ac:chgData name="Robert Finch" userId="360118edfabb5ba6" providerId="LiveId" clId="{940D50E2-FEDC-434C-83CF-A13052851249}" dt="2025-11-08T01:23:59.573" v="12" actId="20577"/>
          <ac:spMkLst>
            <pc:docMk/>
            <pc:sldMk cId="2650679018" sldId="258"/>
            <ac:spMk id="12" creationId="{6F5C0FF4-A309-FD98-0F3D-7343E3539E19}"/>
          </ac:spMkLst>
        </pc:spChg>
        <pc:spChg chg="mod">
          <ac:chgData name="Robert Finch" userId="360118edfabb5ba6" providerId="LiveId" clId="{940D50E2-FEDC-434C-83CF-A13052851249}" dt="2025-11-08T01:24:06.452" v="14" actId="20577"/>
          <ac:spMkLst>
            <pc:docMk/>
            <pc:sldMk cId="2650679018" sldId="258"/>
            <ac:spMk id="13" creationId="{72840A09-4AC9-B5D4-618A-A9F35B8DDFDA}"/>
          </ac:spMkLst>
        </pc:spChg>
        <pc:spChg chg="mod">
          <ac:chgData name="Robert Finch" userId="360118edfabb5ba6" providerId="LiveId" clId="{940D50E2-FEDC-434C-83CF-A13052851249}" dt="2025-11-08T01:24:10.745" v="16" actId="20577"/>
          <ac:spMkLst>
            <pc:docMk/>
            <pc:sldMk cId="2650679018" sldId="258"/>
            <ac:spMk id="14" creationId="{F4F39427-84A3-4D39-9505-6877F7B36440}"/>
          </ac:spMkLst>
        </pc:spChg>
        <pc:spChg chg="mod">
          <ac:chgData name="Robert Finch" userId="360118edfabb5ba6" providerId="LiveId" clId="{940D50E2-FEDC-434C-83CF-A13052851249}" dt="2025-11-11T00:16:15.445" v="470" actId="20577"/>
          <ac:spMkLst>
            <pc:docMk/>
            <pc:sldMk cId="2650679018" sldId="258"/>
            <ac:spMk id="20" creationId="{34CB261E-026D-6907-AD30-CF0B591A724F}"/>
          </ac:spMkLst>
        </pc:spChg>
        <pc:spChg chg="mod">
          <ac:chgData name="Robert Finch" userId="360118edfabb5ba6" providerId="LiveId" clId="{940D50E2-FEDC-434C-83CF-A13052851249}" dt="2025-11-09T01:38:44.752" v="387" actId="20577"/>
          <ac:spMkLst>
            <pc:docMk/>
            <pc:sldMk cId="2650679018" sldId="258"/>
            <ac:spMk id="21" creationId="{C7AC94DC-C20E-D6B4-9F48-7D1A03BE529B}"/>
          </ac:spMkLst>
        </pc:spChg>
        <pc:spChg chg="mod">
          <ac:chgData name="Robert Finch" userId="360118edfabb5ba6" providerId="LiveId" clId="{940D50E2-FEDC-434C-83CF-A13052851249}" dt="2025-11-09T01:38:47.527" v="389" actId="20577"/>
          <ac:spMkLst>
            <pc:docMk/>
            <pc:sldMk cId="2650679018" sldId="258"/>
            <ac:spMk id="22" creationId="{E7410A97-68B3-BA68-1F2B-03A50AB57151}"/>
          </ac:spMkLst>
        </pc:spChg>
        <pc:spChg chg="mod">
          <ac:chgData name="Robert Finch" userId="360118edfabb5ba6" providerId="LiveId" clId="{940D50E2-FEDC-434C-83CF-A13052851249}" dt="2025-11-09T01:38:50.794" v="391" actId="20577"/>
          <ac:spMkLst>
            <pc:docMk/>
            <pc:sldMk cId="2650679018" sldId="258"/>
            <ac:spMk id="23" creationId="{443D22A6-B987-CA04-9B06-E76C61084009}"/>
          </ac:spMkLst>
        </pc:spChg>
        <pc:spChg chg="mod">
          <ac:chgData name="Robert Finch" userId="360118edfabb5ba6" providerId="LiveId" clId="{940D50E2-FEDC-434C-83CF-A13052851249}" dt="2025-11-09T01:38:30.938" v="379" actId="20577"/>
          <ac:spMkLst>
            <pc:docMk/>
            <pc:sldMk cId="2650679018" sldId="258"/>
            <ac:spMk id="25" creationId="{B215621A-79D3-2B7B-FC60-D55C0FCEA00D}"/>
          </ac:spMkLst>
        </pc:spChg>
        <pc:spChg chg="mod">
          <ac:chgData name="Robert Finch" userId="360118edfabb5ba6" providerId="LiveId" clId="{940D50E2-FEDC-434C-83CF-A13052851249}" dt="2025-11-09T01:38:28.506" v="377" actId="20577"/>
          <ac:spMkLst>
            <pc:docMk/>
            <pc:sldMk cId="2650679018" sldId="258"/>
            <ac:spMk id="26" creationId="{DBFAFD0E-DD28-429F-60D4-DE976D8D29A4}"/>
          </ac:spMkLst>
        </pc:spChg>
        <pc:spChg chg="mod">
          <ac:chgData name="Robert Finch" userId="360118edfabb5ba6" providerId="LiveId" clId="{940D50E2-FEDC-434C-83CF-A13052851249}" dt="2025-11-09T01:38:26.161" v="375" actId="20577"/>
          <ac:spMkLst>
            <pc:docMk/>
            <pc:sldMk cId="2650679018" sldId="258"/>
            <ac:spMk id="27" creationId="{2B30CE28-37BB-4E0F-2446-CA1F48B6C715}"/>
          </ac:spMkLst>
        </pc:spChg>
        <pc:spChg chg="mod">
          <ac:chgData name="Robert Finch" userId="360118edfabb5ba6" providerId="LiveId" clId="{940D50E2-FEDC-434C-83CF-A13052851249}" dt="2025-11-11T00:15:58.844" v="466" actId="20577"/>
          <ac:spMkLst>
            <pc:docMk/>
            <pc:sldMk cId="2650679018" sldId="258"/>
            <ac:spMk id="29" creationId="{61A98C63-63B3-A1FF-5571-81171558DEEC}"/>
          </ac:spMkLst>
        </pc:spChg>
        <pc:spChg chg="mod">
          <ac:chgData name="Robert Finch" userId="360118edfabb5ba6" providerId="LiveId" clId="{940D50E2-FEDC-434C-83CF-A13052851249}" dt="2025-11-09T01:36:23.806" v="341" actId="14100"/>
          <ac:spMkLst>
            <pc:docMk/>
            <pc:sldMk cId="2650679018" sldId="258"/>
            <ac:spMk id="30" creationId="{EC8FD731-006D-9392-BA7E-6C81F749273D}"/>
          </ac:spMkLst>
        </pc:spChg>
        <pc:spChg chg="mod">
          <ac:chgData name="Robert Finch" userId="360118edfabb5ba6" providerId="LiveId" clId="{940D50E2-FEDC-434C-83CF-A13052851249}" dt="2025-11-09T01:36:18.464" v="340" actId="1076"/>
          <ac:spMkLst>
            <pc:docMk/>
            <pc:sldMk cId="2650679018" sldId="258"/>
            <ac:spMk id="31" creationId="{CB10116E-5EA6-D599-32FD-6193DFFAC637}"/>
          </ac:spMkLst>
        </pc:spChg>
        <pc:spChg chg="mod">
          <ac:chgData name="Robert Finch" userId="360118edfabb5ba6" providerId="LiveId" clId="{940D50E2-FEDC-434C-83CF-A13052851249}" dt="2025-11-09T01:38:34.010" v="381" actId="20577"/>
          <ac:spMkLst>
            <pc:docMk/>
            <pc:sldMk cId="2650679018" sldId="258"/>
            <ac:spMk id="34" creationId="{437D6B38-9653-41ED-F752-4E7033A4349E}"/>
          </ac:spMkLst>
        </pc:spChg>
        <pc:spChg chg="mod">
          <ac:chgData name="Robert Finch" userId="360118edfabb5ba6" providerId="LiveId" clId="{940D50E2-FEDC-434C-83CF-A13052851249}" dt="2025-11-09T01:38:36.617" v="383" actId="20577"/>
          <ac:spMkLst>
            <pc:docMk/>
            <pc:sldMk cId="2650679018" sldId="258"/>
            <ac:spMk id="35" creationId="{FA20F7F4-E53F-C70E-F8DC-75A6C911A03F}"/>
          </ac:spMkLst>
        </pc:spChg>
        <pc:spChg chg="mod">
          <ac:chgData name="Robert Finch" userId="360118edfabb5ba6" providerId="LiveId" clId="{940D50E2-FEDC-434C-83CF-A13052851249}" dt="2025-11-09T01:38:40.433" v="385" actId="20577"/>
          <ac:spMkLst>
            <pc:docMk/>
            <pc:sldMk cId="2650679018" sldId="258"/>
            <ac:spMk id="36" creationId="{9D7EB854-DDE2-F90E-C656-ABA798196F6A}"/>
          </ac:spMkLst>
        </pc:spChg>
        <pc:spChg chg="mod">
          <ac:chgData name="Robert Finch" userId="360118edfabb5ba6" providerId="LiveId" clId="{940D50E2-FEDC-434C-83CF-A13052851249}" dt="2025-11-11T00:15:46.295" v="463" actId="20577"/>
          <ac:spMkLst>
            <pc:docMk/>
            <pc:sldMk cId="2650679018" sldId="258"/>
            <ac:spMk id="38" creationId="{15067C78-238E-0C37-463C-051DD16AD52D}"/>
          </ac:spMkLst>
        </pc:spChg>
        <pc:spChg chg="mod">
          <ac:chgData name="Robert Finch" userId="360118edfabb5ba6" providerId="LiveId" clId="{940D50E2-FEDC-434C-83CF-A13052851249}" dt="2025-11-13T21:11:18.540" v="1246" actId="1076"/>
          <ac:spMkLst>
            <pc:docMk/>
            <pc:sldMk cId="2650679018" sldId="258"/>
            <ac:spMk id="42" creationId="{03CE8FF0-7A85-E9A2-3D8D-2E0A8C026A36}"/>
          </ac:spMkLst>
        </pc:spChg>
        <pc:spChg chg="add mod">
          <ac:chgData name="Robert Finch" userId="360118edfabb5ba6" providerId="LiveId" clId="{940D50E2-FEDC-434C-83CF-A13052851249}" dt="2025-11-09T01:36:58.455" v="348" actId="20577"/>
          <ac:spMkLst>
            <pc:docMk/>
            <pc:sldMk cId="2650679018" sldId="258"/>
            <ac:spMk id="43" creationId="{B5A87727-E716-AAA1-E489-9C1DA738B6D5}"/>
          </ac:spMkLst>
        </pc:spChg>
        <pc:spChg chg="add mod">
          <ac:chgData name="Robert Finch" userId="360118edfabb5ba6" providerId="LiveId" clId="{940D50E2-FEDC-434C-83CF-A13052851249}" dt="2025-11-09T01:37:27.322" v="354" actId="20577"/>
          <ac:spMkLst>
            <pc:docMk/>
            <pc:sldMk cId="2650679018" sldId="258"/>
            <ac:spMk id="45" creationId="{E345E55C-95CE-16C5-C38E-EFE57BA529CA}"/>
          </ac:spMkLst>
        </pc:spChg>
        <pc:spChg chg="add mod">
          <ac:chgData name="Robert Finch" userId="360118edfabb5ba6" providerId="LiveId" clId="{940D50E2-FEDC-434C-83CF-A13052851249}" dt="2025-11-09T01:38:23.985" v="373" actId="20577"/>
          <ac:spMkLst>
            <pc:docMk/>
            <pc:sldMk cId="2650679018" sldId="258"/>
            <ac:spMk id="47" creationId="{FDB2C585-DCB8-330F-C09D-48F6756F9307}"/>
          </ac:spMkLst>
        </pc:spChg>
        <pc:spChg chg="add mod">
          <ac:chgData name="Robert Finch" userId="360118edfabb5ba6" providerId="LiveId" clId="{940D50E2-FEDC-434C-83CF-A13052851249}" dt="2025-11-09T01:38:57.918" v="393" actId="1076"/>
          <ac:spMkLst>
            <pc:docMk/>
            <pc:sldMk cId="2650679018" sldId="258"/>
            <ac:spMk id="49" creationId="{8F72AF73-055A-C2DB-ADE5-065C16F244C9}"/>
          </ac:spMkLst>
        </pc:spChg>
        <pc:spChg chg="add mod">
          <ac:chgData name="Robert Finch" userId="360118edfabb5ba6" providerId="LiveId" clId="{940D50E2-FEDC-434C-83CF-A13052851249}" dt="2025-11-09T01:39:15.086" v="398" actId="1076"/>
          <ac:spMkLst>
            <pc:docMk/>
            <pc:sldMk cId="2650679018" sldId="258"/>
            <ac:spMk id="51" creationId="{58A3E361-97B1-71DC-C6DA-4EC9480C96CE}"/>
          </ac:spMkLst>
        </pc:spChg>
      </pc:sldChg>
      <pc:sldChg chg="addSp delSp modSp mod">
        <pc:chgData name="Robert Finch" userId="360118edfabb5ba6" providerId="LiveId" clId="{940D50E2-FEDC-434C-83CF-A13052851249}" dt="2025-11-13T21:16:06.984" v="1373" actId="6549"/>
        <pc:sldMkLst>
          <pc:docMk/>
          <pc:sldMk cId="2694914445" sldId="259"/>
        </pc:sldMkLst>
        <pc:spChg chg="mod">
          <ac:chgData name="Robert Finch" userId="360118edfabb5ba6" providerId="LiveId" clId="{940D50E2-FEDC-434C-83CF-A13052851249}" dt="2025-11-08T01:30:23.150" v="85" actId="20577"/>
          <ac:spMkLst>
            <pc:docMk/>
            <pc:sldMk cId="2694914445" sldId="259"/>
            <ac:spMk id="2" creationId="{8C0E7671-DA3D-5C66-D0DC-22B672A22041}"/>
          </ac:spMkLst>
        </pc:spChg>
        <pc:spChg chg="add mod">
          <ac:chgData name="Robert Finch" userId="360118edfabb5ba6" providerId="LiveId" clId="{940D50E2-FEDC-434C-83CF-A13052851249}" dt="2025-11-09T01:41:12.014" v="414" actId="1076"/>
          <ac:spMkLst>
            <pc:docMk/>
            <pc:sldMk cId="2694914445" sldId="259"/>
            <ac:spMk id="3" creationId="{1C63C0F5-DD13-944B-7406-0229744035D4}"/>
          </ac:spMkLst>
        </pc:spChg>
        <pc:spChg chg="mod">
          <ac:chgData name="Robert Finch" userId="360118edfabb5ba6" providerId="LiveId" clId="{940D50E2-FEDC-434C-83CF-A13052851249}" dt="2025-11-13T19:24:29.041" v="507" actId="20577"/>
          <ac:spMkLst>
            <pc:docMk/>
            <pc:sldMk cId="2694914445" sldId="259"/>
            <ac:spMk id="6" creationId="{B17E7B95-30A7-75E7-609B-7E49FA75F5AE}"/>
          </ac:spMkLst>
        </pc:spChg>
        <pc:spChg chg="mod">
          <ac:chgData name="Robert Finch" userId="360118edfabb5ba6" providerId="LiveId" clId="{940D50E2-FEDC-434C-83CF-A13052851249}" dt="2025-11-13T19:24:24.080" v="505" actId="20577"/>
          <ac:spMkLst>
            <pc:docMk/>
            <pc:sldMk cId="2694914445" sldId="259"/>
            <ac:spMk id="7" creationId="{3A7BB0F3-B210-B42C-7680-42C0E660F87F}"/>
          </ac:spMkLst>
        </pc:spChg>
        <pc:spChg chg="mod">
          <ac:chgData name="Robert Finch" userId="360118edfabb5ba6" providerId="LiveId" clId="{940D50E2-FEDC-434C-83CF-A13052851249}" dt="2025-11-13T19:24:37.362" v="508" actId="1076"/>
          <ac:spMkLst>
            <pc:docMk/>
            <pc:sldMk cId="2694914445" sldId="259"/>
            <ac:spMk id="9" creationId="{14B384DD-9D81-9F38-26B7-8F5F8B7F8585}"/>
          </ac:spMkLst>
        </pc:spChg>
        <pc:spChg chg="mod">
          <ac:chgData name="Robert Finch" userId="360118edfabb5ba6" providerId="LiveId" clId="{940D50E2-FEDC-434C-83CF-A13052851249}" dt="2025-11-13T21:14:40.510" v="1355" actId="20577"/>
          <ac:spMkLst>
            <pc:docMk/>
            <pc:sldMk cId="2694914445" sldId="259"/>
            <ac:spMk id="19" creationId="{6764D332-B889-AF93-14C7-5BC631FE0D2D}"/>
          </ac:spMkLst>
        </pc:spChg>
        <pc:spChg chg="mod">
          <ac:chgData name="Robert Finch" userId="360118edfabb5ba6" providerId="LiveId" clId="{940D50E2-FEDC-434C-83CF-A13052851249}" dt="2025-11-13T21:14:36.965" v="1354" actId="20577"/>
          <ac:spMkLst>
            <pc:docMk/>
            <pc:sldMk cId="2694914445" sldId="259"/>
            <ac:spMk id="20" creationId="{BCB05E56-0A5C-3EB0-890A-604E7BC1B2F4}"/>
          </ac:spMkLst>
        </pc:spChg>
        <pc:spChg chg="mod">
          <ac:chgData name="Robert Finch" userId="360118edfabb5ba6" providerId="LiveId" clId="{940D50E2-FEDC-434C-83CF-A13052851249}" dt="2025-11-13T21:14:33.373" v="1353" actId="20577"/>
          <ac:spMkLst>
            <pc:docMk/>
            <pc:sldMk cId="2694914445" sldId="259"/>
            <ac:spMk id="21" creationId="{7DC7C2C0-1EEB-76FA-DAB3-351C6C3A3840}"/>
          </ac:spMkLst>
        </pc:spChg>
        <pc:spChg chg="mod">
          <ac:chgData name="Robert Finch" userId="360118edfabb5ba6" providerId="LiveId" clId="{940D50E2-FEDC-434C-83CF-A13052851249}" dt="2025-11-13T21:14:50.518" v="1368" actId="20577"/>
          <ac:spMkLst>
            <pc:docMk/>
            <pc:sldMk cId="2694914445" sldId="259"/>
            <ac:spMk id="22" creationId="{4BD60F5D-0A1C-F533-8A90-2EA3F585F33B}"/>
          </ac:spMkLst>
        </pc:spChg>
        <pc:spChg chg="mod">
          <ac:chgData name="Robert Finch" userId="360118edfabb5ba6" providerId="LiveId" clId="{940D50E2-FEDC-434C-83CF-A13052851249}" dt="2025-11-09T01:41:34.451" v="419" actId="14100"/>
          <ac:spMkLst>
            <pc:docMk/>
            <pc:sldMk cId="2694914445" sldId="259"/>
            <ac:spMk id="23" creationId="{7D89D6E8-8402-28E1-B2C1-45D30B4E48D0}"/>
          </ac:spMkLst>
        </pc:spChg>
        <pc:spChg chg="mod">
          <ac:chgData name="Robert Finch" userId="360118edfabb5ba6" providerId="LiveId" clId="{940D50E2-FEDC-434C-83CF-A13052851249}" dt="2025-11-13T21:16:06.984" v="1373" actId="6549"/>
          <ac:spMkLst>
            <pc:docMk/>
            <pc:sldMk cId="2694914445" sldId="259"/>
            <ac:spMk id="25" creationId="{2BA53338-E8D4-C04A-D5CE-71EE6678BA98}"/>
          </ac:spMkLst>
        </pc:spChg>
        <pc:spChg chg="mod">
          <ac:chgData name="Robert Finch" userId="360118edfabb5ba6" providerId="LiveId" clId="{940D50E2-FEDC-434C-83CF-A13052851249}" dt="2025-11-09T01:41:50.955" v="428" actId="20577"/>
          <ac:spMkLst>
            <pc:docMk/>
            <pc:sldMk cId="2694914445" sldId="259"/>
            <ac:spMk id="36" creationId="{44F5672D-C543-A461-3B78-FBF971DAEE0C}"/>
          </ac:spMkLst>
        </pc:spChg>
        <pc:spChg chg="mod">
          <ac:chgData name="Robert Finch" userId="360118edfabb5ba6" providerId="LiveId" clId="{940D50E2-FEDC-434C-83CF-A13052851249}" dt="2025-11-09T01:42:02.070" v="429" actId="14100"/>
          <ac:spMkLst>
            <pc:docMk/>
            <pc:sldMk cId="2694914445" sldId="259"/>
            <ac:spMk id="37" creationId="{712B7482-2A08-6F41-E94E-C497C87E31DA}"/>
          </ac:spMkLst>
        </pc:spChg>
        <pc:spChg chg="add mod">
          <ac:chgData name="Robert Finch" userId="360118edfabb5ba6" providerId="LiveId" clId="{940D50E2-FEDC-434C-83CF-A13052851249}" dt="2025-11-09T01:41:20.330" v="416" actId="1076"/>
          <ac:spMkLst>
            <pc:docMk/>
            <pc:sldMk cId="2694914445" sldId="259"/>
            <ac:spMk id="45" creationId="{A54DFADE-6461-BE11-6516-7F0481608F40}"/>
          </ac:spMkLst>
        </pc:spChg>
        <pc:spChg chg="add mod">
          <ac:chgData name="Robert Finch" userId="360118edfabb5ba6" providerId="LiveId" clId="{940D50E2-FEDC-434C-83CF-A13052851249}" dt="2025-11-13T21:14:43.293" v="1356" actId="20577"/>
          <ac:spMkLst>
            <pc:docMk/>
            <pc:sldMk cId="2694914445" sldId="259"/>
            <ac:spMk id="46" creationId="{3BA76494-59BD-BBA6-0C26-88DE139CCB57}"/>
          </ac:spMkLst>
        </pc:spChg>
        <pc:spChg chg="add mod">
          <ac:chgData name="Robert Finch" userId="360118edfabb5ba6" providerId="LiveId" clId="{940D50E2-FEDC-434C-83CF-A13052851249}" dt="2025-11-09T01:42:12.713" v="431" actId="1076"/>
          <ac:spMkLst>
            <pc:docMk/>
            <pc:sldMk cId="2694914445" sldId="259"/>
            <ac:spMk id="47" creationId="{D9738219-BF0F-73E1-B3BF-0ABF674AEF79}"/>
          </ac:spMkLst>
        </pc:spChg>
        <pc:spChg chg="add mod">
          <ac:chgData name="Robert Finch" userId="360118edfabb5ba6" providerId="LiveId" clId="{940D50E2-FEDC-434C-83CF-A13052851249}" dt="2025-11-09T01:42:21.134" v="433" actId="1076"/>
          <ac:spMkLst>
            <pc:docMk/>
            <pc:sldMk cId="2694914445" sldId="259"/>
            <ac:spMk id="48" creationId="{9AF7ABA2-89A2-AED6-67CE-918A8BD4D988}"/>
          </ac:spMkLst>
        </pc:spChg>
        <pc:spChg chg="add mod">
          <ac:chgData name="Robert Finch" userId="360118edfabb5ba6" providerId="LiveId" clId="{940D50E2-FEDC-434C-83CF-A13052851249}" dt="2025-11-09T01:42:28.306" v="435" actId="1076"/>
          <ac:spMkLst>
            <pc:docMk/>
            <pc:sldMk cId="2694914445" sldId="259"/>
            <ac:spMk id="49" creationId="{E6834225-5EDD-04D9-745E-B28DD8D19548}"/>
          </ac:spMkLst>
        </pc:spChg>
      </pc:sldChg>
      <pc:sldChg chg="addSp delSp modSp mod">
        <pc:chgData name="Robert Finch" userId="360118edfabb5ba6" providerId="LiveId" clId="{940D50E2-FEDC-434C-83CF-A13052851249}" dt="2025-11-09T01:56:09.126" v="459" actId="1076"/>
        <pc:sldMkLst>
          <pc:docMk/>
          <pc:sldMk cId="522921597" sldId="260"/>
        </pc:sldMkLst>
        <pc:spChg chg="mod">
          <ac:chgData name="Robert Finch" userId="360118edfabb5ba6" providerId="LiveId" clId="{940D50E2-FEDC-434C-83CF-A13052851249}" dt="2025-11-08T01:35:15.750" v="106" actId="20577"/>
          <ac:spMkLst>
            <pc:docMk/>
            <pc:sldMk cId="522921597" sldId="260"/>
            <ac:spMk id="2" creationId="{F8A33C03-86BC-47B3-352E-CEAFA8E49E87}"/>
          </ac:spMkLst>
        </pc:spChg>
        <pc:spChg chg="add mod">
          <ac:chgData name="Robert Finch" userId="360118edfabb5ba6" providerId="LiveId" clId="{940D50E2-FEDC-434C-83CF-A13052851249}" dt="2025-11-09T01:55:29.985" v="450" actId="1076"/>
          <ac:spMkLst>
            <pc:docMk/>
            <pc:sldMk cId="522921597" sldId="260"/>
            <ac:spMk id="3" creationId="{A7487C35-0C63-3388-3805-0DB75FA788A0}"/>
          </ac:spMkLst>
        </pc:spChg>
        <pc:spChg chg="mod">
          <ac:chgData name="Robert Finch" userId="360118edfabb5ba6" providerId="LiveId" clId="{940D50E2-FEDC-434C-83CF-A13052851249}" dt="2025-11-09T01:55:23.971" v="448" actId="1076"/>
          <ac:spMkLst>
            <pc:docMk/>
            <pc:sldMk cId="522921597" sldId="260"/>
            <ac:spMk id="6" creationId="{21F37D6B-60A6-4809-18D2-0553D99F0657}"/>
          </ac:spMkLst>
        </pc:spChg>
        <pc:spChg chg="mod">
          <ac:chgData name="Robert Finch" userId="360118edfabb5ba6" providerId="LiveId" clId="{940D50E2-FEDC-434C-83CF-A13052851249}" dt="2025-11-09T01:55:14.999" v="447" actId="1076"/>
          <ac:spMkLst>
            <pc:docMk/>
            <pc:sldMk cId="522921597" sldId="260"/>
            <ac:spMk id="7" creationId="{3E05A981-F263-3DEA-4B79-93D96CD6F334}"/>
          </ac:spMkLst>
        </pc:spChg>
        <pc:spChg chg="mod">
          <ac:chgData name="Robert Finch" userId="360118edfabb5ba6" providerId="LiveId" clId="{940D50E2-FEDC-434C-83CF-A13052851249}" dt="2025-11-09T01:55:09.138" v="446" actId="20577"/>
          <ac:spMkLst>
            <pc:docMk/>
            <pc:sldMk cId="522921597" sldId="260"/>
            <ac:spMk id="9" creationId="{EE884DDB-E400-F85E-C54B-73F8148E9286}"/>
          </ac:spMkLst>
        </pc:spChg>
        <pc:spChg chg="mod">
          <ac:chgData name="Robert Finch" userId="360118edfabb5ba6" providerId="LiveId" clId="{940D50E2-FEDC-434C-83CF-A13052851249}" dt="2025-11-09T01:55:34.657" v="451" actId="20577"/>
          <ac:spMkLst>
            <pc:docMk/>
            <pc:sldMk cId="522921597" sldId="260"/>
            <ac:spMk id="11" creationId="{3FFFE904-FC5E-7191-48EF-8681D2D72CFC}"/>
          </ac:spMkLst>
        </pc:spChg>
        <pc:spChg chg="add mod">
          <ac:chgData name="Robert Finch" userId="360118edfabb5ba6" providerId="LiveId" clId="{940D50E2-FEDC-434C-83CF-A13052851249}" dt="2025-11-09T01:56:03.850" v="458" actId="1076"/>
          <ac:spMkLst>
            <pc:docMk/>
            <pc:sldMk cId="522921597" sldId="260"/>
            <ac:spMk id="13" creationId="{CC8DE211-FE85-5EE1-1044-649C28555208}"/>
          </ac:spMkLst>
        </pc:spChg>
        <pc:spChg chg="mod">
          <ac:chgData name="Robert Finch" userId="360118edfabb5ba6" providerId="LiveId" clId="{940D50E2-FEDC-434C-83CF-A13052851249}" dt="2025-11-09T01:55:52.058" v="456" actId="20577"/>
          <ac:spMkLst>
            <pc:docMk/>
            <pc:sldMk cId="522921597" sldId="260"/>
            <ac:spMk id="19" creationId="{E6BA68F8-B915-B07A-3079-B8213D03056F}"/>
          </ac:spMkLst>
        </pc:spChg>
        <pc:spChg chg="mod">
          <ac:chgData name="Robert Finch" userId="360118edfabb5ba6" providerId="LiveId" clId="{940D50E2-FEDC-434C-83CF-A13052851249}" dt="2025-11-09T01:56:09.126" v="459" actId="1076"/>
          <ac:spMkLst>
            <pc:docMk/>
            <pc:sldMk cId="522921597" sldId="260"/>
            <ac:spMk id="22" creationId="{63B6F1BE-8984-CBE6-5587-9F69C8F532A4}"/>
          </ac:spMkLst>
        </pc:spChg>
      </pc:sldChg>
      <pc:sldChg chg="modSp mod">
        <pc:chgData name="Robert Finch" userId="360118edfabb5ba6" providerId="LiveId" clId="{940D50E2-FEDC-434C-83CF-A13052851249}" dt="2025-11-13T21:12:10.322" v="1248" actId="6549"/>
        <pc:sldMkLst>
          <pc:docMk/>
          <pc:sldMk cId="3556507299" sldId="261"/>
        </pc:sldMkLst>
        <pc:spChg chg="mod">
          <ac:chgData name="Robert Finch" userId="360118edfabb5ba6" providerId="LiveId" clId="{940D50E2-FEDC-434C-83CF-A13052851249}" dt="2025-11-08T01:28:10.718" v="44" actId="20577"/>
          <ac:spMkLst>
            <pc:docMk/>
            <pc:sldMk cId="3556507299" sldId="261"/>
            <ac:spMk id="2" creationId="{3EA856E3-2BBA-5D07-B63B-437151994B7F}"/>
          </ac:spMkLst>
        </pc:spChg>
        <pc:spChg chg="mod">
          <ac:chgData name="Robert Finch" userId="360118edfabb5ba6" providerId="LiveId" clId="{940D50E2-FEDC-434C-83CF-A13052851249}" dt="2025-11-13T21:10:00.871" v="1145" actId="20577"/>
          <ac:spMkLst>
            <pc:docMk/>
            <pc:sldMk cId="3556507299" sldId="261"/>
            <ac:spMk id="6" creationId="{65363119-AB2F-1D87-FF03-6872379676B1}"/>
          </ac:spMkLst>
        </pc:spChg>
        <pc:spChg chg="mod">
          <ac:chgData name="Robert Finch" userId="360118edfabb5ba6" providerId="LiveId" clId="{940D50E2-FEDC-434C-83CF-A13052851249}" dt="2025-11-13T21:10:07.022" v="1149" actId="20577"/>
          <ac:spMkLst>
            <pc:docMk/>
            <pc:sldMk cId="3556507299" sldId="261"/>
            <ac:spMk id="7" creationId="{BD40131C-599A-B7F8-B65E-6D317ECE80A6}"/>
          </ac:spMkLst>
        </pc:spChg>
        <pc:spChg chg="mod">
          <ac:chgData name="Robert Finch" userId="360118edfabb5ba6" providerId="LiveId" clId="{940D50E2-FEDC-434C-83CF-A13052851249}" dt="2025-11-13T21:12:10.322" v="1248" actId="6549"/>
          <ac:spMkLst>
            <pc:docMk/>
            <pc:sldMk cId="3556507299" sldId="261"/>
            <ac:spMk id="13" creationId="{649180C8-07F1-767C-4F1A-AF0A912BE46F}"/>
          </ac:spMkLst>
        </pc:spChg>
      </pc:sldChg>
      <pc:sldChg chg="addSp delSp modSp new mod">
        <pc:chgData name="Robert Finch" userId="360118edfabb5ba6" providerId="LiveId" clId="{940D50E2-FEDC-434C-83CF-A13052851249}" dt="2025-11-14T22:38:22.895" v="2395" actId="1076"/>
        <pc:sldMkLst>
          <pc:docMk/>
          <pc:sldMk cId="1888516878" sldId="262"/>
        </pc:sldMkLst>
        <pc:spChg chg="mod">
          <ac:chgData name="Robert Finch" userId="360118edfabb5ba6" providerId="LiveId" clId="{940D50E2-FEDC-434C-83CF-A13052851249}" dt="2025-11-14T22:15:25.451" v="1545" actId="1076"/>
          <ac:spMkLst>
            <pc:docMk/>
            <pc:sldMk cId="1888516878" sldId="262"/>
            <ac:spMk id="2" creationId="{CD976A82-092D-CF16-A768-4B843A414F2D}"/>
          </ac:spMkLst>
        </pc:spChg>
        <pc:spChg chg="add mod">
          <ac:chgData name="Robert Finch" userId="360118edfabb5ba6" providerId="LiveId" clId="{940D50E2-FEDC-434C-83CF-A13052851249}" dt="2025-11-14T22:17:22.973" v="1613" actId="1076"/>
          <ac:spMkLst>
            <pc:docMk/>
            <pc:sldMk cId="1888516878" sldId="262"/>
            <ac:spMk id="4" creationId="{96954E2B-447A-3F7A-0FC3-E6CAE451E1D5}"/>
          </ac:spMkLst>
        </pc:spChg>
        <pc:spChg chg="add mod">
          <ac:chgData name="Robert Finch" userId="360118edfabb5ba6" providerId="LiveId" clId="{940D50E2-FEDC-434C-83CF-A13052851249}" dt="2025-11-14T22:17:17.634" v="1612" actId="20577"/>
          <ac:spMkLst>
            <pc:docMk/>
            <pc:sldMk cId="1888516878" sldId="262"/>
            <ac:spMk id="5" creationId="{46355EF9-E535-BB32-A603-315D68A4CF9D}"/>
          </ac:spMkLst>
        </pc:spChg>
        <pc:spChg chg="add mod">
          <ac:chgData name="Robert Finch" userId="360118edfabb5ba6" providerId="LiveId" clId="{940D50E2-FEDC-434C-83CF-A13052851249}" dt="2025-11-14T22:17:33.264" v="1622" actId="14100"/>
          <ac:spMkLst>
            <pc:docMk/>
            <pc:sldMk cId="1888516878" sldId="262"/>
            <ac:spMk id="6" creationId="{D153A54E-9958-C86D-AFF0-6DF07F6D11E5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7" creationId="{0AB29C90-9E5D-09FF-C54D-5686CF22F15D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8" creationId="{02C55BF0-D12E-9A47-9CAD-7AD610798C73}"/>
          </ac:spMkLst>
        </pc:spChg>
        <pc:spChg chg="add mod">
          <ac:chgData name="Robert Finch" userId="360118edfabb5ba6" providerId="LiveId" clId="{940D50E2-FEDC-434C-83CF-A13052851249}" dt="2025-11-14T22:21:47.761" v="1708" actId="1076"/>
          <ac:spMkLst>
            <pc:docMk/>
            <pc:sldMk cId="1888516878" sldId="262"/>
            <ac:spMk id="9" creationId="{C598CC17-9D06-901F-3C9C-8A12A1EBB6B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0" creationId="{5A1B46AF-FFB7-C943-5143-303058ED217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1" creationId="{AB787AFF-4B81-57CD-C80A-3A45635AEDCE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2" creationId="{2173CF43-E767-12EB-0CA2-01FC0DA056FA}"/>
          </ac:spMkLst>
        </pc:spChg>
        <pc:spChg chg="add mod">
          <ac:chgData name="Robert Finch" userId="360118edfabb5ba6" providerId="LiveId" clId="{940D50E2-FEDC-434C-83CF-A13052851249}" dt="2025-11-14T22:21:51.092" v="1709" actId="20577"/>
          <ac:spMkLst>
            <pc:docMk/>
            <pc:sldMk cId="1888516878" sldId="262"/>
            <ac:spMk id="13" creationId="{90EF87FE-1F84-5C9D-BDA3-2C56432EBBA3}"/>
          </ac:spMkLst>
        </pc:spChg>
        <pc:spChg chg="add mod">
          <ac:chgData name="Robert Finch" userId="360118edfabb5ba6" providerId="LiveId" clId="{940D50E2-FEDC-434C-83CF-A13052851249}" dt="2025-11-14T22:22:01.306" v="1711" actId="1076"/>
          <ac:spMkLst>
            <pc:docMk/>
            <pc:sldMk cId="1888516878" sldId="262"/>
            <ac:spMk id="14" creationId="{C9BD3838-BBDB-84C4-AD94-659C06006C1C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5" creationId="{C5572CD2-600D-3953-1A11-0F4FD1D662D2}"/>
          </ac:spMkLst>
        </pc:spChg>
        <pc:spChg chg="add mod">
          <ac:chgData name="Robert Finch" userId="360118edfabb5ba6" providerId="LiveId" clId="{940D50E2-FEDC-434C-83CF-A13052851249}" dt="2025-11-14T22:22:01.306" v="1711" actId="1076"/>
          <ac:spMkLst>
            <pc:docMk/>
            <pc:sldMk cId="1888516878" sldId="262"/>
            <ac:spMk id="16" creationId="{FA1C4564-E4BA-2915-6206-89E01FF3C157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17" creationId="{E3A8AAAC-D734-A25E-54BD-D9F10ECD2BCB}"/>
          </ac:spMkLst>
        </pc:spChg>
        <pc:spChg chg="add mod">
          <ac:chgData name="Robert Finch" userId="360118edfabb5ba6" providerId="LiveId" clId="{940D50E2-FEDC-434C-83CF-A13052851249}" dt="2025-11-14T22:22:04.608" v="1712" actId="20577"/>
          <ac:spMkLst>
            <pc:docMk/>
            <pc:sldMk cId="1888516878" sldId="262"/>
            <ac:spMk id="18" creationId="{89914D81-351C-9715-996D-D351355B0C9A}"/>
          </ac:spMkLst>
        </pc:spChg>
        <pc:spChg chg="add mod">
          <ac:chgData name="Robert Finch" userId="360118edfabb5ba6" providerId="LiveId" clId="{940D50E2-FEDC-434C-83CF-A13052851249}" dt="2025-11-14T22:22:57.992" v="1727" actId="20577"/>
          <ac:spMkLst>
            <pc:docMk/>
            <pc:sldMk cId="1888516878" sldId="262"/>
            <ac:spMk id="19" creationId="{929D795E-7D96-2BDD-2B15-8851834D25D3}"/>
          </ac:spMkLst>
        </pc:spChg>
        <pc:spChg chg="add mod">
          <ac:chgData name="Robert Finch" userId="360118edfabb5ba6" providerId="LiveId" clId="{940D50E2-FEDC-434C-83CF-A13052851249}" dt="2025-11-14T22:23:10.574" v="1729" actId="1076"/>
          <ac:spMkLst>
            <pc:docMk/>
            <pc:sldMk cId="1888516878" sldId="262"/>
            <ac:spMk id="20" creationId="{1DF85E75-D397-4A14-DEC2-05368A25CF0E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21" creationId="{D9F6B381-9265-D55C-C89D-5AB15A169578}"/>
          </ac:spMkLst>
        </pc:spChg>
        <pc:spChg chg="add mod">
          <ac:chgData name="Robert Finch" userId="360118edfabb5ba6" providerId="LiveId" clId="{940D50E2-FEDC-434C-83CF-A13052851249}" dt="2025-11-14T22:29:23.648" v="2123" actId="1076"/>
          <ac:spMkLst>
            <pc:docMk/>
            <pc:sldMk cId="1888516878" sldId="262"/>
            <ac:spMk id="22" creationId="{8205E3F5-C275-FE86-0CDB-B1FBC2C1E576}"/>
          </ac:spMkLst>
        </pc:spChg>
        <pc:spChg chg="add mod">
          <ac:chgData name="Robert Finch" userId="360118edfabb5ba6" providerId="LiveId" clId="{940D50E2-FEDC-434C-83CF-A13052851249}" dt="2025-11-14T22:23:33.830" v="1736" actId="1076"/>
          <ac:spMkLst>
            <pc:docMk/>
            <pc:sldMk cId="1888516878" sldId="262"/>
            <ac:spMk id="23" creationId="{42184D23-A98B-E99E-AFB4-73CD36A59F16}"/>
          </ac:spMkLst>
        </pc:spChg>
        <pc:spChg chg="add mod">
          <ac:chgData name="Robert Finch" userId="360118edfabb5ba6" providerId="LiveId" clId="{940D50E2-FEDC-434C-83CF-A13052851249}" dt="2025-11-14T22:38:22.895" v="2395" actId="1076"/>
          <ac:spMkLst>
            <pc:docMk/>
            <pc:sldMk cId="1888516878" sldId="262"/>
            <ac:spMk id="24" creationId="{2C728B52-0D23-9B07-B1EA-A00181E41FE1}"/>
          </ac:spMkLst>
        </pc:spChg>
        <pc:spChg chg="add mod">
          <ac:chgData name="Robert Finch" userId="360118edfabb5ba6" providerId="LiveId" clId="{940D50E2-FEDC-434C-83CF-A13052851249}" dt="2025-11-14T22:32:24.994" v="2222" actId="1076"/>
          <ac:spMkLst>
            <pc:docMk/>
            <pc:sldMk cId="1888516878" sldId="262"/>
            <ac:spMk id="25" creationId="{8018E69C-705E-4D64-316A-36575E0073ED}"/>
          </ac:spMkLst>
        </pc:spChg>
        <pc:spChg chg="add mod">
          <ac:chgData name="Robert Finch" userId="360118edfabb5ba6" providerId="LiveId" clId="{940D50E2-FEDC-434C-83CF-A13052851249}" dt="2025-11-14T22:32:33.380" v="2224" actId="1076"/>
          <ac:spMkLst>
            <pc:docMk/>
            <pc:sldMk cId="1888516878" sldId="262"/>
            <ac:spMk id="26" creationId="{8A934254-93B2-C64F-DE84-6477009B256D}"/>
          </ac:spMkLst>
        </pc:spChg>
        <pc:spChg chg="add mod">
          <ac:chgData name="Robert Finch" userId="360118edfabb5ba6" providerId="LiveId" clId="{940D50E2-FEDC-434C-83CF-A13052851249}" dt="2025-11-14T22:32:29.799" v="2223" actId="1076"/>
          <ac:spMkLst>
            <pc:docMk/>
            <pc:sldMk cId="1888516878" sldId="262"/>
            <ac:spMk id="27" creationId="{FE172B27-3618-75CC-E11C-0B939FA38D45}"/>
          </ac:spMkLst>
        </pc:spChg>
        <pc:spChg chg="add mod">
          <ac:chgData name="Robert Finch" userId="360118edfabb5ba6" providerId="LiveId" clId="{940D50E2-FEDC-434C-83CF-A13052851249}" dt="2025-11-14T22:32:39.179" v="2225" actId="1076"/>
          <ac:spMkLst>
            <pc:docMk/>
            <pc:sldMk cId="1888516878" sldId="262"/>
            <ac:spMk id="28" creationId="{E4589F54-267A-CC39-8888-2439935BCBA6}"/>
          </ac:spMkLst>
        </pc:spChg>
        <pc:spChg chg="add mod">
          <ac:chgData name="Robert Finch" userId="360118edfabb5ba6" providerId="LiveId" clId="{940D50E2-FEDC-434C-83CF-A13052851249}" dt="2025-11-14T22:38:15.029" v="2393" actId="1076"/>
          <ac:spMkLst>
            <pc:docMk/>
            <pc:sldMk cId="1888516878" sldId="262"/>
            <ac:spMk id="29" creationId="{40BA8278-6C4B-8B6F-3397-A3E153371543}"/>
          </ac:spMkLst>
        </pc:spChg>
        <pc:spChg chg="add mod">
          <ac:chgData name="Robert Finch" userId="360118edfabb5ba6" providerId="LiveId" clId="{940D50E2-FEDC-434C-83CF-A13052851249}" dt="2025-11-14T22:30:07.858" v="2136" actId="1076"/>
          <ac:spMkLst>
            <pc:docMk/>
            <pc:sldMk cId="1888516878" sldId="262"/>
            <ac:spMk id="30" creationId="{DCEFB8A0-EDFE-668D-C31C-2660889B30B0}"/>
          </ac:spMkLst>
        </pc:spChg>
        <pc:spChg chg="add mod">
          <ac:chgData name="Robert Finch" userId="360118edfabb5ba6" providerId="LiveId" clId="{940D50E2-FEDC-434C-83CF-A13052851249}" dt="2025-11-14T22:32:49.084" v="2227" actId="1076"/>
          <ac:spMkLst>
            <pc:docMk/>
            <pc:sldMk cId="1888516878" sldId="262"/>
            <ac:spMk id="31" creationId="{3341695D-A663-FD9E-1497-FA8609A3EB98}"/>
          </ac:spMkLst>
        </pc:spChg>
        <pc:spChg chg="add mod">
          <ac:chgData name="Robert Finch" userId="360118edfabb5ba6" providerId="LiveId" clId="{940D50E2-FEDC-434C-83CF-A13052851249}" dt="2025-11-14T22:32:44.846" v="2226" actId="1076"/>
          <ac:spMkLst>
            <pc:docMk/>
            <pc:sldMk cId="1888516878" sldId="262"/>
            <ac:spMk id="32" creationId="{3B180A55-32E0-7DED-BF42-A7CB477B3716}"/>
          </ac:spMkLst>
        </pc:spChg>
      </pc:sldChg>
      <pc:sldChg chg="addSp delSp modSp new mod ord">
        <pc:chgData name="Robert Finch" userId="360118edfabb5ba6" providerId="LiveId" clId="{940D50E2-FEDC-434C-83CF-A13052851249}" dt="2025-11-15T04:03:55.793" v="2691" actId="20577"/>
        <pc:sldMkLst>
          <pc:docMk/>
          <pc:sldMk cId="2388022920" sldId="263"/>
        </pc:sldMkLst>
        <pc:spChg chg="add mod">
          <ac:chgData name="Robert Finch" userId="360118edfabb5ba6" providerId="LiveId" clId="{940D50E2-FEDC-434C-83CF-A13052851249}" dt="2025-11-15T04:03:55.793" v="2691" actId="20577"/>
          <ac:spMkLst>
            <pc:docMk/>
            <pc:sldMk cId="2388022920" sldId="263"/>
            <ac:spMk id="5" creationId="{A5E199E5-4BC0-E848-B91D-06C5DD2E487F}"/>
          </ac:spMkLst>
        </pc:spChg>
        <pc:picChg chg="add">
          <ac:chgData name="Robert Finch" userId="360118edfabb5ba6" providerId="LiveId" clId="{940D50E2-FEDC-434C-83CF-A13052851249}" dt="2025-11-15T03:56:35.923" v="2399"/>
          <ac:picMkLst>
            <pc:docMk/>
            <pc:sldMk cId="2388022920" sldId="263"/>
            <ac:picMk id="4" creationId="{91B7A507-0B6D-6C1F-0AE0-BAA6239F026E}"/>
          </ac:picMkLst>
        </pc:picChg>
      </pc:sldChg>
      <pc:sldChg chg="addSp delSp modSp new mod ord">
        <pc:chgData name="Robert Finch" userId="360118edfabb5ba6" providerId="LiveId" clId="{940D50E2-FEDC-434C-83CF-A13052851249}" dt="2025-11-25T15:35:38.357" v="3867" actId="20577"/>
        <pc:sldMkLst>
          <pc:docMk/>
          <pc:sldMk cId="1543770821" sldId="264"/>
        </pc:sldMkLst>
        <pc:spChg chg="mod">
          <ac:chgData name="Robert Finch" userId="360118edfabb5ba6" providerId="LiveId" clId="{940D50E2-FEDC-434C-83CF-A13052851249}" dt="2025-11-25T15:15:20.188" v="2800" actId="1076"/>
          <ac:spMkLst>
            <pc:docMk/>
            <pc:sldMk cId="1543770821" sldId="264"/>
            <ac:spMk id="2" creationId="{D6982963-00C0-AAD8-68F5-4679E999E639}"/>
          </ac:spMkLst>
        </pc:spChg>
        <pc:spChg chg="del">
          <ac:chgData name="Robert Finch" userId="360118edfabb5ba6" providerId="LiveId" clId="{940D50E2-FEDC-434C-83CF-A13052851249}" dt="2025-11-25T15:15:22.912" v="2801" actId="478"/>
          <ac:spMkLst>
            <pc:docMk/>
            <pc:sldMk cId="1543770821" sldId="264"/>
            <ac:spMk id="3" creationId="{206871A5-7F0C-F4F7-F314-E22E23F8AE15}"/>
          </ac:spMkLst>
        </pc:spChg>
        <pc:spChg chg="add mod">
          <ac:chgData name="Robert Finch" userId="360118edfabb5ba6" providerId="LiveId" clId="{940D50E2-FEDC-434C-83CF-A13052851249}" dt="2025-11-25T15:16:11.730" v="2844" actId="1076"/>
          <ac:spMkLst>
            <pc:docMk/>
            <pc:sldMk cId="1543770821" sldId="264"/>
            <ac:spMk id="4" creationId="{FE2E5F10-A7C0-A263-A047-66E489FE7DDA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5" creationId="{73578CE3-6B8B-20C0-257D-A66790DB7941}"/>
          </ac:spMkLst>
        </pc:spChg>
        <pc:spChg chg="add mod">
          <ac:chgData name="Robert Finch" userId="360118edfabb5ba6" providerId="LiveId" clId="{940D50E2-FEDC-434C-83CF-A13052851249}" dt="2025-11-25T15:17:35.332" v="2909" actId="14100"/>
          <ac:spMkLst>
            <pc:docMk/>
            <pc:sldMk cId="1543770821" sldId="264"/>
            <ac:spMk id="6" creationId="{A4CD6E3B-8090-4A3D-815D-9D88465D9481}"/>
          </ac:spMkLst>
        </pc:spChg>
        <pc:spChg chg="add mod">
          <ac:chgData name="Robert Finch" userId="360118edfabb5ba6" providerId="LiveId" clId="{940D50E2-FEDC-434C-83CF-A13052851249}" dt="2025-11-25T15:17:38.657" v="2910" actId="14100"/>
          <ac:spMkLst>
            <pc:docMk/>
            <pc:sldMk cId="1543770821" sldId="264"/>
            <ac:spMk id="7" creationId="{52201E30-0885-302D-86D7-8824617A0833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8" creationId="{52C35208-28A4-7E56-5CDF-9AE07A6248EA}"/>
          </ac:spMkLst>
        </pc:spChg>
        <pc:spChg chg="add mod">
          <ac:chgData name="Robert Finch" userId="360118edfabb5ba6" providerId="LiveId" clId="{940D50E2-FEDC-434C-83CF-A13052851249}" dt="2025-11-25T15:18:26.786" v="2956" actId="20577"/>
          <ac:spMkLst>
            <pc:docMk/>
            <pc:sldMk cId="1543770821" sldId="264"/>
            <ac:spMk id="9" creationId="{20ABE107-A0E4-E1FE-1BE7-69EA42EF53A8}"/>
          </ac:spMkLst>
        </pc:spChg>
        <pc:spChg chg="add del mod">
          <ac:chgData name="Robert Finch" userId="360118edfabb5ba6" providerId="LiveId" clId="{940D50E2-FEDC-434C-83CF-A13052851249}" dt="2025-11-25T15:19:11.092" v="2960" actId="478"/>
          <ac:spMkLst>
            <pc:docMk/>
            <pc:sldMk cId="1543770821" sldId="264"/>
            <ac:spMk id="10" creationId="{99ACEC74-2E32-AC7D-1567-647A071541FD}"/>
          </ac:spMkLst>
        </pc:spChg>
        <pc:spChg chg="add mod">
          <ac:chgData name="Robert Finch" userId="360118edfabb5ba6" providerId="LiveId" clId="{940D50E2-FEDC-434C-83CF-A13052851249}" dt="2025-11-25T15:20:50.526" v="2984" actId="1076"/>
          <ac:spMkLst>
            <pc:docMk/>
            <pc:sldMk cId="1543770821" sldId="264"/>
            <ac:spMk id="11" creationId="{E1824252-B42A-D8CE-3390-C8411AF96A52}"/>
          </ac:spMkLst>
        </pc:spChg>
        <pc:spChg chg="add mod">
          <ac:chgData name="Robert Finch" userId="360118edfabb5ba6" providerId="LiveId" clId="{940D50E2-FEDC-434C-83CF-A13052851249}" dt="2025-11-25T15:23:44.524" v="3044" actId="1076"/>
          <ac:spMkLst>
            <pc:docMk/>
            <pc:sldMk cId="1543770821" sldId="264"/>
            <ac:spMk id="12" creationId="{8B46854F-020F-201E-1733-159EAA84BB5C}"/>
          </ac:spMkLst>
        </pc:spChg>
        <pc:spChg chg="add mod">
          <ac:chgData name="Robert Finch" userId="360118edfabb5ba6" providerId="LiveId" clId="{940D50E2-FEDC-434C-83CF-A13052851249}" dt="2025-11-25T15:21:16.763" v="2990" actId="1076"/>
          <ac:spMkLst>
            <pc:docMk/>
            <pc:sldMk cId="1543770821" sldId="264"/>
            <ac:spMk id="13" creationId="{8298BAF8-8BC5-2924-9560-5E665A016843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14" creationId="{BDECF224-4572-C767-9F3D-D958B7774C04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15" creationId="{247805EE-C26E-BCCE-E30F-F74D3372F287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16" creationId="{F3969F3E-F2A9-3635-92CD-6F7026D2AE23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17" creationId="{DEFA6660-B22B-C0B7-8BCE-9F939CF36D11}"/>
          </ac:spMkLst>
        </pc:spChg>
        <pc:spChg chg="add mod">
          <ac:chgData name="Robert Finch" userId="360118edfabb5ba6" providerId="LiveId" clId="{940D50E2-FEDC-434C-83CF-A13052851249}" dt="2025-11-25T15:23:05.151" v="3031" actId="1076"/>
          <ac:spMkLst>
            <pc:docMk/>
            <pc:sldMk cId="1543770821" sldId="264"/>
            <ac:spMk id="18" creationId="{FC0EA224-BADA-3F76-0E60-B9A94DF8A0BE}"/>
          </ac:spMkLst>
        </pc:spChg>
        <pc:spChg chg="add mod">
          <ac:chgData name="Robert Finch" userId="360118edfabb5ba6" providerId="LiveId" clId="{940D50E2-FEDC-434C-83CF-A13052851249}" dt="2025-11-25T15:23:01.601" v="3030" actId="1076"/>
          <ac:spMkLst>
            <pc:docMk/>
            <pc:sldMk cId="1543770821" sldId="264"/>
            <ac:spMk id="19" creationId="{3FAE38FE-63A8-85E4-4FD8-ABDC93AC1233}"/>
          </ac:spMkLst>
        </pc:spChg>
        <pc:spChg chg="add mod">
          <ac:chgData name="Robert Finch" userId="360118edfabb5ba6" providerId="LiveId" clId="{940D50E2-FEDC-434C-83CF-A13052851249}" dt="2025-11-25T15:22:58.603" v="3029" actId="1076"/>
          <ac:spMkLst>
            <pc:docMk/>
            <pc:sldMk cId="1543770821" sldId="264"/>
            <ac:spMk id="20" creationId="{633F2976-AF38-EE71-9BE4-FA03CFCE8A19}"/>
          </ac:spMkLst>
        </pc:spChg>
        <pc:spChg chg="add mod">
          <ac:chgData name="Robert Finch" userId="360118edfabb5ba6" providerId="LiveId" clId="{940D50E2-FEDC-434C-83CF-A13052851249}" dt="2025-11-25T15:22:52.573" v="3027" actId="1076"/>
          <ac:spMkLst>
            <pc:docMk/>
            <pc:sldMk cId="1543770821" sldId="264"/>
            <ac:spMk id="21" creationId="{D6126BD0-7566-613E-9CD2-19B9817A7171}"/>
          </ac:spMkLst>
        </pc:spChg>
        <pc:spChg chg="add mod">
          <ac:chgData name="Robert Finch" userId="360118edfabb5ba6" providerId="LiveId" clId="{940D50E2-FEDC-434C-83CF-A13052851249}" dt="2025-11-25T15:23:11.120" v="3033" actId="20577"/>
          <ac:spMkLst>
            <pc:docMk/>
            <pc:sldMk cId="1543770821" sldId="264"/>
            <ac:spMk id="22" creationId="{05F7CD4A-19BD-474E-DD0F-81D0DC10E09A}"/>
          </ac:spMkLst>
        </pc:spChg>
        <pc:spChg chg="add mod">
          <ac:chgData name="Robert Finch" userId="360118edfabb5ba6" providerId="LiveId" clId="{940D50E2-FEDC-434C-83CF-A13052851249}" dt="2025-11-25T15:23:20.474" v="3036" actId="20577"/>
          <ac:spMkLst>
            <pc:docMk/>
            <pc:sldMk cId="1543770821" sldId="264"/>
            <ac:spMk id="23" creationId="{446176F4-7CFD-25C2-CBE8-49544435B4BB}"/>
          </ac:spMkLst>
        </pc:spChg>
        <pc:spChg chg="add mod">
          <ac:chgData name="Robert Finch" userId="360118edfabb5ba6" providerId="LiveId" clId="{940D50E2-FEDC-434C-83CF-A13052851249}" dt="2025-11-25T15:23:31.990" v="3040" actId="20577"/>
          <ac:spMkLst>
            <pc:docMk/>
            <pc:sldMk cId="1543770821" sldId="264"/>
            <ac:spMk id="24" creationId="{626E0414-3C4F-FDD1-D413-85A308CC1EDF}"/>
          </ac:spMkLst>
        </pc:spChg>
        <pc:spChg chg="add mod">
          <ac:chgData name="Robert Finch" userId="360118edfabb5ba6" providerId="LiveId" clId="{940D50E2-FEDC-434C-83CF-A13052851249}" dt="2025-11-25T15:23:52.696" v="3046" actId="1076"/>
          <ac:spMkLst>
            <pc:docMk/>
            <pc:sldMk cId="1543770821" sldId="264"/>
            <ac:spMk id="25" creationId="{9479AF1F-E508-847A-8E53-E8D004D613D6}"/>
          </ac:spMkLst>
        </pc:spChg>
        <pc:spChg chg="add mod">
          <ac:chgData name="Robert Finch" userId="360118edfabb5ba6" providerId="LiveId" clId="{940D50E2-FEDC-434C-83CF-A13052851249}" dt="2025-11-25T15:23:58.782" v="3049" actId="20577"/>
          <ac:spMkLst>
            <pc:docMk/>
            <pc:sldMk cId="1543770821" sldId="264"/>
            <ac:spMk id="26" creationId="{8EAF9D45-C8A4-617C-1516-C5DCE9D56455}"/>
          </ac:spMkLst>
        </pc:spChg>
        <pc:spChg chg="add mod">
          <ac:chgData name="Robert Finch" userId="360118edfabb5ba6" providerId="LiveId" clId="{940D50E2-FEDC-434C-83CF-A13052851249}" dt="2025-11-25T15:24:06.302" v="3052" actId="20577"/>
          <ac:spMkLst>
            <pc:docMk/>
            <pc:sldMk cId="1543770821" sldId="264"/>
            <ac:spMk id="27" creationId="{DDA1CBDA-805F-C833-4058-C2FF031D62F0}"/>
          </ac:spMkLst>
        </pc:spChg>
        <pc:spChg chg="add mod">
          <ac:chgData name="Robert Finch" userId="360118edfabb5ba6" providerId="LiveId" clId="{940D50E2-FEDC-434C-83CF-A13052851249}" dt="2025-11-25T15:24:14.735" v="3055" actId="20577"/>
          <ac:spMkLst>
            <pc:docMk/>
            <pc:sldMk cId="1543770821" sldId="264"/>
            <ac:spMk id="28" creationId="{4F35006B-0714-C388-4BCC-35D0BF224C35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29" creationId="{EB245611-DA46-BF40-A2C9-6057E8AB4755}"/>
          </ac:spMkLst>
        </pc:spChg>
        <pc:spChg chg="add mod">
          <ac:chgData name="Robert Finch" userId="360118edfabb5ba6" providerId="LiveId" clId="{940D50E2-FEDC-434C-83CF-A13052851249}" dt="2025-11-25T15:25:03.127" v="3076" actId="14100"/>
          <ac:spMkLst>
            <pc:docMk/>
            <pc:sldMk cId="1543770821" sldId="264"/>
            <ac:spMk id="30" creationId="{ED9F302A-DC2A-4C15-2BDB-EDC66F5A9B47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31" creationId="{77AC4825-8AB1-7854-A2DC-F1530588ADD8}"/>
          </ac:spMkLst>
        </pc:spChg>
        <pc:spChg chg="add mod">
          <ac:chgData name="Robert Finch" userId="360118edfabb5ba6" providerId="LiveId" clId="{940D50E2-FEDC-434C-83CF-A13052851249}" dt="2025-11-25T15:25:22.199" v="3081" actId="1076"/>
          <ac:spMkLst>
            <pc:docMk/>
            <pc:sldMk cId="1543770821" sldId="264"/>
            <ac:spMk id="32" creationId="{87234FDE-51A4-57B3-C94E-D4E7F60EFBBA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33" creationId="{7009F660-1C2E-0D79-E125-EED8998EDDA9}"/>
          </ac:spMkLst>
        </pc:spChg>
        <pc:spChg chg="add mod">
          <ac:chgData name="Robert Finch" userId="360118edfabb5ba6" providerId="LiveId" clId="{940D50E2-FEDC-434C-83CF-A13052851249}" dt="2025-11-25T15:25:39.669" v="3086" actId="1076"/>
          <ac:spMkLst>
            <pc:docMk/>
            <pc:sldMk cId="1543770821" sldId="264"/>
            <ac:spMk id="34" creationId="{B3EAD1D4-141E-C8D8-792E-5CA6F278BBE0}"/>
          </ac:spMkLst>
        </pc:spChg>
        <pc:spChg chg="add mod">
          <ac:chgData name="Robert Finch" userId="360118edfabb5ba6" providerId="LiveId" clId="{940D50E2-FEDC-434C-83CF-A13052851249}" dt="2025-11-25T15:26:25.411" v="3092" actId="1076"/>
          <ac:spMkLst>
            <pc:docMk/>
            <pc:sldMk cId="1543770821" sldId="264"/>
            <ac:spMk id="35" creationId="{1F8C6AF0-E5CC-563E-4354-8E2E4A1D46B1}"/>
          </ac:spMkLst>
        </pc:spChg>
        <pc:spChg chg="add mod">
          <ac:chgData name="Robert Finch" userId="360118edfabb5ba6" providerId="LiveId" clId="{940D50E2-FEDC-434C-83CF-A13052851249}" dt="2025-11-25T15:35:38.357" v="3867" actId="20577"/>
          <ac:spMkLst>
            <pc:docMk/>
            <pc:sldMk cId="1543770821" sldId="264"/>
            <ac:spMk id="36" creationId="{EFC9CE91-57CE-A15A-73FE-C2F026BA3F3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E6490-D614-A8CB-7DB7-3271B6478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3FC3B-9505-A47F-B397-467EE70F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0624A-391D-7111-86D4-44C8A7ED6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4B66-14B1-5AA4-7D07-58ED0ED3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4DB1C-E437-51AA-4C3F-F0530F3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564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EC4C-38E2-BBCA-8A17-405E9EC1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23F0-9457-5B1C-FD7D-B1DD1C415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FEC5C-6B9D-40AB-294E-EB28507DC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A8570-30B7-A639-0A85-0F9FC3EAD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B6B5-84CB-9EB4-4F1E-BAB853BE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3153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E2DE-F0AC-7B15-E174-EDE58D19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11AD8-A793-F81F-29F8-32FDE0169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71482-B338-5B33-A511-FFA6B5363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F2379-3C6C-3A78-111A-F546B5AE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5C49B-C931-F503-61BB-2BC13F32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956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B6B90-C3FB-6F3A-3B2A-7AD980A3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3820-9A34-FDE7-53CC-BC9050B388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58245-133F-21EA-653C-341DADB641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A37F-15A0-BA87-C014-B9FDF89B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C402-1E65-11D8-97C7-2E405BB8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40B9F-B5F5-7053-7E13-AB31BA4A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79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C3F6C-5669-CB08-7C1E-412B8DAA5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34BF-5925-6C2A-B106-6C4B55D1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6EA510-E286-BE24-976A-FDDB35D26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F959AE-4F60-F4A5-8DEA-F78C9868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A2DAE4-5E3F-066D-0B41-BA78389A24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CA2574-9054-FC1F-F56B-D46407307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C6F26C-42B0-66B7-8BA0-75E7DE30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495BF5-3B0A-8F62-B506-8B5D9487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407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AC97-B1EC-E3DE-E43E-CE7C979A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282C9-AA59-231E-8903-30E27FE6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260F2-19D6-7F70-33F6-684124785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6E0C-9902-EC0C-83F2-976685758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403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CD97EE-3A0F-A174-3909-C4F8CE514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4890E-0CBD-F23F-3336-CF2DF2BBB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112B8-863C-D58B-A7E2-EC3E852F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182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77FF0-8C32-3538-727A-B7C8EFD7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64D33-E760-8022-B60D-19329E660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068B4-B41F-E848-F5F3-637299114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78F3F-8F51-745E-FDA5-A6D51BEA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4A95E-7936-5440-0D19-171B732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4EF21-15FB-78CD-FEE9-FEBF51617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525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3631-269D-34E8-BD84-0BC6E388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0116F2-C072-D0B7-462A-A60AE3751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B3203-5E72-703E-5F3D-99B299D12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7F3F82-45EC-C5C6-3758-2310AAACB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EE7D9-BB96-9C78-960C-1D850829F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A3CD1-72F2-8FF8-7FE0-D8AFBE724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975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8BE9-E6C6-3AAA-F89A-BC2F7941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D36A8-29C0-6F5A-553D-28D7B22F6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F120-9C8E-0CB7-A817-E5726421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1A581-A8B7-A707-21B3-F39FF934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6A4F5-5D92-F65B-7A59-5BD915DE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1196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2EA1E-1FDB-D0F0-2397-2FC080E9C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1BC960-EFFA-5180-B9AA-37AD2CE3E1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CF87B-AC45-B324-6356-0E9751801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26DF4-AE9F-50BF-EF79-5DF9D2BE0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32D18-65CE-FDDC-B447-D7D0A462A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513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12D023-412C-F186-25B5-BEE2C42AC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0CC8F-1C86-B2FF-8924-772CC40BC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815E8-475D-38E8-BF78-D5176C800F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21942-3650-429E-A73C-F40215CD5967}" type="datetimeFigureOut">
              <a:rPr lang="en-CA" smtClean="0"/>
              <a:t>2025-11-23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8D2FD-7492-FDE1-B877-142260010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D6ADB-CAFA-804B-7236-FC51FAB7E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D08A5-EC6F-4FAC-9C1A-7DBC3A03B9C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7356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82963-00C0-AAD8-68F5-4679E999E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55908"/>
            <a:ext cx="10515600" cy="1325563"/>
          </a:xfrm>
        </p:spPr>
        <p:txBody>
          <a:bodyPr/>
          <a:lstStyle/>
          <a:p>
            <a:r>
              <a:rPr lang="en-US" dirty="0"/>
              <a:t>Qupls2026: Instruction Cache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2E5F10-A7C0-A263-A047-66E489FE7DDA}"/>
              </a:ext>
            </a:extLst>
          </p:cNvPr>
          <p:cNvSpPr/>
          <p:nvPr/>
        </p:nvSpPr>
        <p:spPr>
          <a:xfrm>
            <a:off x="759792" y="1470991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System Bus 256b</a:t>
            </a:r>
            <a:endParaRPr lang="en-CA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578CE3-6B8B-20C0-257D-A66790DB7941}"/>
              </a:ext>
            </a:extLst>
          </p:cNvPr>
          <p:cNvSpPr/>
          <p:nvPr/>
        </p:nvSpPr>
        <p:spPr>
          <a:xfrm>
            <a:off x="759792" y="2033656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Controller</a:t>
            </a:r>
            <a:endParaRPr lang="en-CA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CD6E3B-8090-4A3D-815D-9D88465D9481}"/>
              </a:ext>
            </a:extLst>
          </p:cNvPr>
          <p:cNvSpPr/>
          <p:nvPr/>
        </p:nvSpPr>
        <p:spPr>
          <a:xfrm>
            <a:off x="728870" y="2601844"/>
            <a:ext cx="107342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RAM</a:t>
            </a:r>
          </a:p>
          <a:p>
            <a:pPr algn="ctr"/>
            <a:r>
              <a:rPr lang="en-US" sz="1200" dirty="0"/>
              <a:t>256 x 512b</a:t>
            </a:r>
          </a:p>
          <a:p>
            <a:pPr algn="ctr"/>
            <a:r>
              <a:rPr lang="en-US" sz="1200" dirty="0"/>
              <a:t>Even Lines</a:t>
            </a:r>
            <a:endParaRPr lang="en-CA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201E30-0885-302D-86D7-8824617A0833}"/>
              </a:ext>
            </a:extLst>
          </p:cNvPr>
          <p:cNvSpPr/>
          <p:nvPr/>
        </p:nvSpPr>
        <p:spPr>
          <a:xfrm>
            <a:off x="2098261" y="2601844"/>
            <a:ext cx="107342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Cache RAM</a:t>
            </a:r>
          </a:p>
          <a:p>
            <a:pPr algn="ctr"/>
            <a:r>
              <a:rPr lang="en-US" sz="1200" dirty="0"/>
              <a:t>256 x 512b</a:t>
            </a:r>
          </a:p>
          <a:p>
            <a:pPr algn="ctr"/>
            <a:r>
              <a:rPr lang="en-US" sz="1200" dirty="0"/>
              <a:t>Odd Lines</a:t>
            </a:r>
            <a:endParaRPr lang="en-CA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C35208-28A4-7E56-5CDF-9AE07A6248EA}"/>
              </a:ext>
            </a:extLst>
          </p:cNvPr>
          <p:cNvSpPr/>
          <p:nvPr/>
        </p:nvSpPr>
        <p:spPr>
          <a:xfrm>
            <a:off x="759792" y="3781289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Even / Odd swapper</a:t>
            </a:r>
            <a:endParaRPr lang="en-CA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ABE107-A0E4-E1FE-1BE7-69EA42EF53A8}"/>
              </a:ext>
            </a:extLst>
          </p:cNvPr>
          <p:cNvSpPr/>
          <p:nvPr/>
        </p:nvSpPr>
        <p:spPr>
          <a:xfrm>
            <a:off x="759792" y="4324627"/>
            <a:ext cx="2389808" cy="322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Instruction Aligner</a:t>
            </a:r>
            <a:endParaRPr lang="en-CA" sz="1200" dirty="0"/>
          </a:p>
        </p:txBody>
      </p:sp>
      <p:sp>
        <p:nvSpPr>
          <p:cNvPr id="11" name="Flowchart: Manual Operation 10">
            <a:extLst>
              <a:ext uri="{FF2B5EF4-FFF2-40B4-BE49-F238E27FC236}">
                <a16:creationId xmlns:a16="http://schemas.microsoft.com/office/drawing/2014/main" id="{E1824252-B42A-D8CE-3390-C8411AF96A52}"/>
              </a:ext>
            </a:extLst>
          </p:cNvPr>
          <p:cNvSpPr/>
          <p:nvPr/>
        </p:nvSpPr>
        <p:spPr>
          <a:xfrm>
            <a:off x="728870" y="4962943"/>
            <a:ext cx="3887303" cy="43953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 x 2 to 1 Mux</a:t>
            </a:r>
            <a:endParaRPr lang="en-CA" sz="12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8B46854F-020F-201E-1733-159EAA84BB5C}"/>
              </a:ext>
            </a:extLst>
          </p:cNvPr>
          <p:cNvSpPr/>
          <p:nvPr/>
        </p:nvSpPr>
        <p:spPr>
          <a:xfrm>
            <a:off x="1547192" y="5402471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8298BAF8-8BC5-2924-9560-5E665A016843}"/>
              </a:ext>
            </a:extLst>
          </p:cNvPr>
          <p:cNvSpPr/>
          <p:nvPr/>
        </p:nvSpPr>
        <p:spPr>
          <a:xfrm>
            <a:off x="2166731" y="5402473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BDECF224-4572-C767-9F3D-D958B7774C04}"/>
              </a:ext>
            </a:extLst>
          </p:cNvPr>
          <p:cNvSpPr/>
          <p:nvPr/>
        </p:nvSpPr>
        <p:spPr>
          <a:xfrm>
            <a:off x="2749828" y="5402470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47805EE-C26E-BCCE-E30F-F74D3372F287}"/>
              </a:ext>
            </a:extLst>
          </p:cNvPr>
          <p:cNvSpPr/>
          <p:nvPr/>
        </p:nvSpPr>
        <p:spPr>
          <a:xfrm>
            <a:off x="3356113" y="5402472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F3969F3E-F2A9-3635-92CD-6F7026D2AE23}"/>
              </a:ext>
            </a:extLst>
          </p:cNvPr>
          <p:cNvSpPr/>
          <p:nvPr/>
        </p:nvSpPr>
        <p:spPr>
          <a:xfrm>
            <a:off x="3703983" y="4446108"/>
            <a:ext cx="295965" cy="5168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DEFA6660-B22B-C0B7-8BCE-9F939CF36D11}"/>
              </a:ext>
            </a:extLst>
          </p:cNvPr>
          <p:cNvSpPr/>
          <p:nvPr/>
        </p:nvSpPr>
        <p:spPr>
          <a:xfrm>
            <a:off x="2736575" y="4647098"/>
            <a:ext cx="161236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FC0EA224-BADA-3F76-0E60-B9A94DF8A0BE}"/>
              </a:ext>
            </a:extLst>
          </p:cNvPr>
          <p:cNvSpPr/>
          <p:nvPr/>
        </p:nvSpPr>
        <p:spPr>
          <a:xfrm>
            <a:off x="2133976" y="4650919"/>
            <a:ext cx="152403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3FAE38FE-63A8-85E4-4FD8-ABDC93AC1233}"/>
              </a:ext>
            </a:extLst>
          </p:cNvPr>
          <p:cNvSpPr/>
          <p:nvPr/>
        </p:nvSpPr>
        <p:spPr>
          <a:xfrm>
            <a:off x="1460193" y="4650919"/>
            <a:ext cx="167860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633F2976-AF38-EE71-9BE4-FA03CFCE8A19}"/>
              </a:ext>
            </a:extLst>
          </p:cNvPr>
          <p:cNvSpPr/>
          <p:nvPr/>
        </p:nvSpPr>
        <p:spPr>
          <a:xfrm>
            <a:off x="876856" y="4643785"/>
            <a:ext cx="167860" cy="3224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126BD0-7566-613E-9CD2-19B9817A7171}"/>
              </a:ext>
            </a:extLst>
          </p:cNvPr>
          <p:cNvSpPr txBox="1"/>
          <p:nvPr/>
        </p:nvSpPr>
        <p:spPr>
          <a:xfrm>
            <a:off x="2793515" y="4635456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1</a:t>
            </a:r>
            <a:endParaRPr lang="en-CA" sz="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F7CD4A-19BD-474E-DD0F-81D0DC10E09A}"/>
              </a:ext>
            </a:extLst>
          </p:cNvPr>
          <p:cNvSpPr txBox="1"/>
          <p:nvPr/>
        </p:nvSpPr>
        <p:spPr>
          <a:xfrm>
            <a:off x="2229083" y="464378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2</a:t>
            </a:r>
            <a:endParaRPr lang="en-CA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6176F4-7CFD-25C2-CBE8-49544435B4BB}"/>
              </a:ext>
            </a:extLst>
          </p:cNvPr>
          <p:cNvSpPr txBox="1"/>
          <p:nvPr/>
        </p:nvSpPr>
        <p:spPr>
          <a:xfrm>
            <a:off x="1538976" y="4645996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3</a:t>
            </a:r>
            <a:endParaRPr lang="en-CA" sz="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6E0414-3C4F-FDD1-D413-85A308CC1EDF}"/>
              </a:ext>
            </a:extLst>
          </p:cNvPr>
          <p:cNvSpPr txBox="1"/>
          <p:nvPr/>
        </p:nvSpPr>
        <p:spPr>
          <a:xfrm>
            <a:off x="992568" y="467797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4</a:t>
            </a:r>
            <a:endParaRPr lang="en-CA" sz="8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79AF1F-E508-847A-8E53-E8D004D613D6}"/>
              </a:ext>
            </a:extLst>
          </p:cNvPr>
          <p:cNvSpPr txBox="1"/>
          <p:nvPr/>
        </p:nvSpPr>
        <p:spPr>
          <a:xfrm>
            <a:off x="3273904" y="5919305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1</a:t>
            </a:r>
            <a:endParaRPr lang="en-CA" sz="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AF9D45-C8A4-617C-1516-C5DCE9D56455}"/>
              </a:ext>
            </a:extLst>
          </p:cNvPr>
          <p:cNvSpPr txBox="1"/>
          <p:nvPr/>
        </p:nvSpPr>
        <p:spPr>
          <a:xfrm>
            <a:off x="2672521" y="5916550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2</a:t>
            </a:r>
            <a:endParaRPr lang="en-CA" sz="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A1CBDA-805F-C833-4058-C2FF031D62F0}"/>
              </a:ext>
            </a:extLst>
          </p:cNvPr>
          <p:cNvSpPr txBox="1"/>
          <p:nvPr/>
        </p:nvSpPr>
        <p:spPr>
          <a:xfrm>
            <a:off x="2098261" y="5931464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3</a:t>
            </a:r>
            <a:endParaRPr lang="en-CA" sz="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35006B-0714-C388-4BCC-35D0BF224C35}"/>
              </a:ext>
            </a:extLst>
          </p:cNvPr>
          <p:cNvSpPr txBox="1"/>
          <p:nvPr/>
        </p:nvSpPr>
        <p:spPr>
          <a:xfrm>
            <a:off x="1449150" y="5916550"/>
            <a:ext cx="4603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/>
              <a:t>Instr</a:t>
            </a:r>
            <a:r>
              <a:rPr lang="en-US" sz="800" dirty="0"/>
              <a:t> 4</a:t>
            </a:r>
            <a:endParaRPr lang="en-CA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245611-DA46-BF40-A2C9-6057E8AB4755}"/>
              </a:ext>
            </a:extLst>
          </p:cNvPr>
          <p:cNvSpPr txBox="1"/>
          <p:nvPr/>
        </p:nvSpPr>
        <p:spPr>
          <a:xfrm>
            <a:off x="3384529" y="4254961"/>
            <a:ext cx="93487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Cache miss NOP</a:t>
            </a:r>
            <a:endParaRPr lang="en-CA" sz="8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ED9F302A-DC2A-4C15-2BDB-EDC66F5A9B47}"/>
              </a:ext>
            </a:extLst>
          </p:cNvPr>
          <p:cNvSpPr/>
          <p:nvPr/>
        </p:nvSpPr>
        <p:spPr>
          <a:xfrm>
            <a:off x="1806713" y="4108781"/>
            <a:ext cx="295965" cy="2213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77AC4825-8AB1-7854-A2DC-F1530588ADD8}"/>
              </a:ext>
            </a:extLst>
          </p:cNvPr>
          <p:cNvSpPr/>
          <p:nvPr/>
        </p:nvSpPr>
        <p:spPr>
          <a:xfrm>
            <a:off x="2473254" y="3528401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87234FDE-51A4-57B3-C94E-D4E7F60EFBBA}"/>
              </a:ext>
            </a:extLst>
          </p:cNvPr>
          <p:cNvSpPr/>
          <p:nvPr/>
        </p:nvSpPr>
        <p:spPr>
          <a:xfrm>
            <a:off x="1104106" y="3521225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7009F660-1C2E-0D79-E125-EED8998EDDA9}"/>
              </a:ext>
            </a:extLst>
          </p:cNvPr>
          <p:cNvSpPr/>
          <p:nvPr/>
        </p:nvSpPr>
        <p:spPr>
          <a:xfrm>
            <a:off x="2461484" y="2356139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B3EAD1D4-141E-C8D8-792E-5CA6F278BBE0}"/>
              </a:ext>
            </a:extLst>
          </p:cNvPr>
          <p:cNvSpPr/>
          <p:nvPr/>
        </p:nvSpPr>
        <p:spPr>
          <a:xfrm>
            <a:off x="1104105" y="2355575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1F8C6AF0-E5CC-563E-4354-8E2E4A1D46B1}"/>
              </a:ext>
            </a:extLst>
          </p:cNvPr>
          <p:cNvSpPr/>
          <p:nvPr/>
        </p:nvSpPr>
        <p:spPr>
          <a:xfrm>
            <a:off x="1806712" y="1784068"/>
            <a:ext cx="295965" cy="255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C9CE91-57CE-A15A-73FE-C2F026BA3F37}"/>
              </a:ext>
            </a:extLst>
          </p:cNvPr>
          <p:cNvSpPr txBox="1"/>
          <p:nvPr/>
        </p:nvSpPr>
        <p:spPr>
          <a:xfrm>
            <a:off x="4735442" y="1381471"/>
            <a:ext cx="7054575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Two 256b bus cycles are run by the cache controller to full-fill a 512b cache miss request.</a:t>
            </a:r>
          </a:p>
          <a:p>
            <a:endParaRPr lang="en-US" sz="1600" dirty="0"/>
          </a:p>
          <a:p>
            <a:r>
              <a:rPr lang="en-US" sz="1600" dirty="0"/>
              <a:t>Depending on the instruction pointer value an even, odd or odd, even pair of cache lines is selected.</a:t>
            </a:r>
          </a:p>
          <a:p>
            <a:endParaRPr lang="en-US" sz="1600" dirty="0"/>
          </a:p>
          <a:p>
            <a:r>
              <a:rPr lang="en-US" sz="1600" dirty="0"/>
              <a:t>A pair of cache lines is selected to allow instructions to span cache-line boundaries. Since instructions are 48-bit they do not fit evenly into a cache-line.</a:t>
            </a:r>
          </a:p>
          <a:p>
            <a:endParaRPr lang="en-US" sz="1600" dirty="0"/>
          </a:p>
          <a:p>
            <a:r>
              <a:rPr lang="en-US" sz="1600" dirty="0"/>
              <a:t>The instruction aligner right aligns instructions based on the IP value so that only four instruction decoders are required. Four instructions are selected plus a raw portion of the cache-line to allow for decoding </a:t>
            </a:r>
            <a:r>
              <a:rPr lang="en-US" sz="1600" dirty="0" err="1"/>
              <a:t>immediates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r>
              <a:rPr lang="en-US" sz="1600" dirty="0"/>
              <a:t>If a cache miss occurs, a set of NOPs is fed into the pipeline causing a pipeline bubble.</a:t>
            </a:r>
          </a:p>
          <a:p>
            <a:endParaRPr lang="en-CA" sz="1600" dirty="0"/>
          </a:p>
        </p:txBody>
      </p:sp>
    </p:spTree>
    <p:extLst>
      <p:ext uri="{BB962C8B-B14F-4D97-AF65-F5344CB8AC3E}">
        <p14:creationId xmlns:p14="http://schemas.microsoft.com/office/powerpoint/2010/main" val="1543770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56E3-2BBA-5D07-B63B-437151994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7" y="42396"/>
            <a:ext cx="10515600" cy="1325563"/>
          </a:xfrm>
        </p:spPr>
        <p:txBody>
          <a:bodyPr/>
          <a:lstStyle/>
          <a:p>
            <a:r>
              <a:rPr lang="en-US" dirty="0"/>
              <a:t>Qupls2026: Instruction Fetch Stage (*_</a:t>
            </a:r>
            <a:r>
              <a:rPr lang="en-US" dirty="0" err="1"/>
              <a:t>fet</a:t>
            </a:r>
            <a:r>
              <a:rPr lang="en-US" dirty="0"/>
              <a:t>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E50904-077D-5FC2-7AB1-C49535A041E3}"/>
              </a:ext>
            </a:extLst>
          </p:cNvPr>
          <p:cNvSpPr/>
          <p:nvPr/>
        </p:nvSpPr>
        <p:spPr>
          <a:xfrm>
            <a:off x="1536537" y="2550458"/>
            <a:ext cx="3803374" cy="3180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NOP mux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AABD2-ECF9-D337-C112-E72F9E946EF0}"/>
              </a:ext>
            </a:extLst>
          </p:cNvPr>
          <p:cNvSpPr txBox="1"/>
          <p:nvPr/>
        </p:nvSpPr>
        <p:spPr>
          <a:xfrm>
            <a:off x="1850173" y="1754153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instruction cache output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65363119-AB2F-1D87-FF03-6872379676B1}"/>
              </a:ext>
            </a:extLst>
          </p:cNvPr>
          <p:cNvSpPr/>
          <p:nvPr/>
        </p:nvSpPr>
        <p:spPr>
          <a:xfrm>
            <a:off x="2333718" y="2232406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D40131C-599A-B7F8-B65E-6D317ECE80A6}"/>
              </a:ext>
            </a:extLst>
          </p:cNvPr>
          <p:cNvSpPr/>
          <p:nvPr/>
        </p:nvSpPr>
        <p:spPr>
          <a:xfrm>
            <a:off x="2366696" y="2868510"/>
            <a:ext cx="2143055" cy="318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1024b</a:t>
            </a:r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5BEF7F3-C2E7-B393-61D1-56B5D079A9E8}"/>
              </a:ext>
            </a:extLst>
          </p:cNvPr>
          <p:cNvSpPr/>
          <p:nvPr/>
        </p:nvSpPr>
        <p:spPr>
          <a:xfrm>
            <a:off x="666311" y="2638804"/>
            <a:ext cx="870226" cy="1413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EADDD-5211-5925-216B-A66FC96FCA2C}"/>
              </a:ext>
            </a:extLst>
          </p:cNvPr>
          <p:cNvSpPr txBox="1"/>
          <p:nvPr/>
        </p:nvSpPr>
        <p:spPr>
          <a:xfrm>
            <a:off x="330233" y="2456132"/>
            <a:ext cx="9701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Cache miss</a:t>
            </a:r>
            <a:endParaRPr lang="en-CA" sz="12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734D53-D496-B931-1171-07BDEB374809}"/>
              </a:ext>
            </a:extLst>
          </p:cNvPr>
          <p:cNvCxnSpPr>
            <a:cxnSpLocks/>
          </p:cNvCxnSpPr>
          <p:nvPr/>
        </p:nvCxnSpPr>
        <p:spPr>
          <a:xfrm>
            <a:off x="666311" y="3181458"/>
            <a:ext cx="4951896" cy="510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9BB289-6F5F-F9B1-18BE-10DC25BF7F3D}"/>
              </a:ext>
            </a:extLst>
          </p:cNvPr>
          <p:cNvSpPr txBox="1"/>
          <p:nvPr/>
        </p:nvSpPr>
        <p:spPr>
          <a:xfrm>
            <a:off x="4736201" y="2971238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180C8-07F1-767C-4F1A-AF0A912BE46F}"/>
              </a:ext>
            </a:extLst>
          </p:cNvPr>
          <p:cNvSpPr txBox="1"/>
          <p:nvPr/>
        </p:nvSpPr>
        <p:spPr>
          <a:xfrm>
            <a:off x="6210136" y="1721609"/>
            <a:ext cx="5560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primary function of the fetch stage is to register the instruction cache output which is unregistered.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there is a cache miss, NOPs are inserted into the pipeline.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512-bit cache lines are fetched to allow instructions to span a cache line.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56507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rrow: Right 29">
            <a:extLst>
              <a:ext uri="{FF2B5EF4-FFF2-40B4-BE49-F238E27FC236}">
                <a16:creationId xmlns:a16="http://schemas.microsoft.com/office/drawing/2014/main" id="{EC8FD731-006D-9392-BA7E-6C81F749273D}"/>
              </a:ext>
            </a:extLst>
          </p:cNvPr>
          <p:cNvSpPr/>
          <p:nvPr/>
        </p:nvSpPr>
        <p:spPr>
          <a:xfrm flipH="1">
            <a:off x="1139687" y="3645941"/>
            <a:ext cx="3265958" cy="95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9C157B-1C51-0E6E-C43E-CBBA43BA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Qupls2026: Instruction Extract Stage (*_mux)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E9027-BDD8-40F6-C371-8BC28F2C3BAD}"/>
              </a:ext>
            </a:extLst>
          </p:cNvPr>
          <p:cNvSpPr/>
          <p:nvPr/>
        </p:nvSpPr>
        <p:spPr>
          <a:xfrm>
            <a:off x="1870502" y="2465834"/>
            <a:ext cx="3236652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Instruction Aligner</a:t>
            </a:r>
            <a:endParaRPr lang="en-CA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2087E-2142-B630-8F6A-5BC9C7EBB006}"/>
              </a:ext>
            </a:extLst>
          </p:cNvPr>
          <p:cNvSpPr txBox="1"/>
          <p:nvPr/>
        </p:nvSpPr>
        <p:spPr>
          <a:xfrm>
            <a:off x="298377" y="2467957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PC</a:t>
            </a:r>
            <a:r>
              <a:rPr lang="en-US" sz="1100"/>
              <a:t>[5:1]</a:t>
            </a:r>
            <a:endParaRPr lang="en-CA" sz="11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449EF98E-5C8D-4F68-896A-FA1451A87E8F}"/>
              </a:ext>
            </a:extLst>
          </p:cNvPr>
          <p:cNvSpPr/>
          <p:nvPr/>
        </p:nvSpPr>
        <p:spPr>
          <a:xfrm>
            <a:off x="1139687" y="2539459"/>
            <a:ext cx="712042" cy="1384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2ED940B-FECC-5AFE-06CF-9E5B830F4097}"/>
              </a:ext>
            </a:extLst>
          </p:cNvPr>
          <p:cNvSpPr/>
          <p:nvPr/>
        </p:nvSpPr>
        <p:spPr>
          <a:xfrm>
            <a:off x="2154128" y="2096883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1024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76668B-8EB3-48D2-42FF-7FC2CCF7F3E5}"/>
              </a:ext>
            </a:extLst>
          </p:cNvPr>
          <p:cNvSpPr/>
          <p:nvPr/>
        </p:nvSpPr>
        <p:spPr>
          <a:xfrm>
            <a:off x="4524058" y="3083922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#0</a:t>
            </a:r>
            <a:endParaRPr lang="en-CA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46022-A4BE-40D7-EABF-0A19BD6EA9F1}"/>
              </a:ext>
            </a:extLst>
          </p:cNvPr>
          <p:cNvSpPr/>
          <p:nvPr/>
        </p:nvSpPr>
        <p:spPr>
          <a:xfrm>
            <a:off x="3863658" y="308391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#1</a:t>
            </a:r>
            <a:endParaRPr lang="en-CA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99CB-1C4C-9C30-8C3D-35EC44909A91}"/>
              </a:ext>
            </a:extLst>
          </p:cNvPr>
          <p:cNvSpPr/>
          <p:nvPr/>
        </p:nvSpPr>
        <p:spPr>
          <a:xfrm>
            <a:off x="3203258" y="3083918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#2</a:t>
            </a:r>
            <a:endParaRPr lang="en-CA" sz="1000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6F5C0FF4-A309-FD98-0F3D-7343E3539E19}"/>
              </a:ext>
            </a:extLst>
          </p:cNvPr>
          <p:cNvSpPr/>
          <p:nvPr/>
        </p:nvSpPr>
        <p:spPr>
          <a:xfrm>
            <a:off x="4505285" y="2766217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2840A09-4AC9-B5D4-618A-A9F35B8DDFDA}"/>
              </a:ext>
            </a:extLst>
          </p:cNvPr>
          <p:cNvSpPr/>
          <p:nvPr/>
        </p:nvSpPr>
        <p:spPr>
          <a:xfrm>
            <a:off x="3844885" y="277545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4F39427-84A3-4D39-9505-6877F7B36440}"/>
              </a:ext>
            </a:extLst>
          </p:cNvPr>
          <p:cNvSpPr/>
          <p:nvPr/>
        </p:nvSpPr>
        <p:spPr>
          <a:xfrm>
            <a:off x="3184485" y="2773219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44BF74-CFF6-951A-87EC-16B2A330A5A0}"/>
              </a:ext>
            </a:extLst>
          </p:cNvPr>
          <p:cNvSpPr/>
          <p:nvPr/>
        </p:nvSpPr>
        <p:spPr>
          <a:xfrm>
            <a:off x="4517433" y="3470439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#0</a:t>
            </a:r>
            <a:endParaRPr lang="en-CA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928937-A9AD-DE98-8A49-0F15062A99DD}"/>
              </a:ext>
            </a:extLst>
          </p:cNvPr>
          <p:cNvSpPr/>
          <p:nvPr/>
        </p:nvSpPr>
        <p:spPr>
          <a:xfrm>
            <a:off x="3863658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#1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55A60A-01AE-6211-2F8A-CA5112759DAE}"/>
              </a:ext>
            </a:extLst>
          </p:cNvPr>
          <p:cNvSpPr/>
          <p:nvPr/>
        </p:nvSpPr>
        <p:spPr>
          <a:xfrm>
            <a:off x="3201050" y="3470438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#2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4CB261E-026D-6907-AD30-CF0B591A724F}"/>
              </a:ext>
            </a:extLst>
          </p:cNvPr>
          <p:cNvSpPr/>
          <p:nvPr/>
        </p:nvSpPr>
        <p:spPr>
          <a:xfrm>
            <a:off x="1870502" y="4251564"/>
            <a:ext cx="6456281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4x 2:1 Mux</a:t>
            </a:r>
            <a:endParaRPr lang="en-CA" sz="11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7AC94DC-C20E-D6B4-9F48-7D1A03BE529B}"/>
              </a:ext>
            </a:extLst>
          </p:cNvPr>
          <p:cNvSpPr/>
          <p:nvPr/>
        </p:nvSpPr>
        <p:spPr>
          <a:xfrm>
            <a:off x="5523495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E7410A97-68B3-BA68-1F2B-03A50AB57151}"/>
              </a:ext>
            </a:extLst>
          </p:cNvPr>
          <p:cNvSpPr/>
          <p:nvPr/>
        </p:nvSpPr>
        <p:spPr>
          <a:xfrm>
            <a:off x="6177270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443D22A6-B987-CA04-9B06-E76C61084009}"/>
              </a:ext>
            </a:extLst>
          </p:cNvPr>
          <p:cNvSpPr/>
          <p:nvPr/>
        </p:nvSpPr>
        <p:spPr>
          <a:xfrm>
            <a:off x="6831046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B215621A-79D3-2B7B-FC60-D55C0FCEA00D}"/>
              </a:ext>
            </a:extLst>
          </p:cNvPr>
          <p:cNvSpPr/>
          <p:nvPr/>
        </p:nvSpPr>
        <p:spPr>
          <a:xfrm>
            <a:off x="4505285" y="3951181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DBFAFD0E-DD28-429F-60D4-DE976D8D29A4}"/>
              </a:ext>
            </a:extLst>
          </p:cNvPr>
          <p:cNvSpPr/>
          <p:nvPr/>
        </p:nvSpPr>
        <p:spPr>
          <a:xfrm>
            <a:off x="3863657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2B30CE28-37BB-4E0F-2446-CA1F48B6C715}"/>
              </a:ext>
            </a:extLst>
          </p:cNvPr>
          <p:cNvSpPr/>
          <p:nvPr/>
        </p:nvSpPr>
        <p:spPr>
          <a:xfrm>
            <a:off x="3201050" y="3955274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A98C63-63B3-A1FF-5571-81171558DEEC}"/>
              </a:ext>
            </a:extLst>
          </p:cNvPr>
          <p:cNvSpPr txBox="1"/>
          <p:nvPr/>
        </p:nvSpPr>
        <p:spPr>
          <a:xfrm>
            <a:off x="5293125" y="3572309"/>
            <a:ext cx="30758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from micro-code machine</a:t>
            </a:r>
            <a:endParaRPr lang="en-CA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10116E-5EA6-D599-32FD-6193DFFAC637}"/>
              </a:ext>
            </a:extLst>
          </p:cNvPr>
          <p:cNvSpPr txBox="1"/>
          <p:nvPr/>
        </p:nvSpPr>
        <p:spPr>
          <a:xfrm>
            <a:off x="33946" y="3581083"/>
            <a:ext cx="12200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To next PC logic</a:t>
            </a:r>
            <a:endParaRPr lang="en-CA" sz="12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55ABA037-99DD-FB58-5BC7-38EFDB9FAED6}"/>
              </a:ext>
            </a:extLst>
          </p:cNvPr>
          <p:cNvSpPr/>
          <p:nvPr/>
        </p:nvSpPr>
        <p:spPr>
          <a:xfrm>
            <a:off x="936693" y="4709598"/>
            <a:ext cx="1943652" cy="3666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Cache line in 512</a:t>
            </a:r>
            <a:endParaRPr lang="en-CA" sz="11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37D6B38-9653-41ED-F752-4E7033A4349E}"/>
              </a:ext>
            </a:extLst>
          </p:cNvPr>
          <p:cNvSpPr/>
          <p:nvPr/>
        </p:nvSpPr>
        <p:spPr>
          <a:xfrm>
            <a:off x="4515225" y="4539101"/>
            <a:ext cx="620642" cy="53304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FA20F7F4-E53F-C70E-F8DC-75A6C911A03F}"/>
              </a:ext>
            </a:extLst>
          </p:cNvPr>
          <p:cNvSpPr/>
          <p:nvPr/>
        </p:nvSpPr>
        <p:spPr>
          <a:xfrm>
            <a:off x="5204340" y="4539101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9D7EB854-DDE2-F90E-C656-ABA798196F6A}"/>
              </a:ext>
            </a:extLst>
          </p:cNvPr>
          <p:cNvSpPr/>
          <p:nvPr/>
        </p:nvSpPr>
        <p:spPr>
          <a:xfrm>
            <a:off x="5866949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E648D1-A322-D6B7-E90B-0B7323D0D095}"/>
              </a:ext>
            </a:extLst>
          </p:cNvPr>
          <p:cNvSpPr txBox="1"/>
          <p:nvPr/>
        </p:nvSpPr>
        <p:spPr>
          <a:xfrm>
            <a:off x="2438819" y="5319072"/>
            <a:ext cx="344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Four Instructions plus cache line to decode stage</a:t>
            </a:r>
            <a:endParaRPr lang="en-CA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067C78-238E-0C37-463C-051DD16AD52D}"/>
              </a:ext>
            </a:extLst>
          </p:cNvPr>
          <p:cNvSpPr txBox="1"/>
          <p:nvPr/>
        </p:nvSpPr>
        <p:spPr>
          <a:xfrm>
            <a:off x="6559826" y="1325563"/>
            <a:ext cx="52153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cache line is fed in and right aligned according to the PC value.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Four instructions are extracted from the right.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Branch instructions are decoded to feed the next PC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Micro-code instructions are multiplexed onto the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Both instructions and cache line are passed to the decode stage.</a:t>
            </a:r>
            <a:endParaRPr lang="en-CA" sz="14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3E1EAB-8C54-2C4D-CBE5-F4D132E74ADA}"/>
              </a:ext>
            </a:extLst>
          </p:cNvPr>
          <p:cNvCxnSpPr/>
          <p:nvPr/>
        </p:nvCxnSpPr>
        <p:spPr>
          <a:xfrm>
            <a:off x="784412" y="5072148"/>
            <a:ext cx="8637494" cy="3325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8CEC9CD-987F-19C4-9645-8582CAB8B8E1}"/>
              </a:ext>
            </a:extLst>
          </p:cNvPr>
          <p:cNvSpPr txBox="1"/>
          <p:nvPr/>
        </p:nvSpPr>
        <p:spPr>
          <a:xfrm>
            <a:off x="7912206" y="4821190"/>
            <a:ext cx="1297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E8FF0-7A85-E9A2-3D8D-2E0A8C026A36}"/>
              </a:ext>
            </a:extLst>
          </p:cNvPr>
          <p:cNvSpPr txBox="1"/>
          <p:nvPr/>
        </p:nvSpPr>
        <p:spPr>
          <a:xfrm>
            <a:off x="1412265" y="1755227"/>
            <a:ext cx="3464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1024b cache  line pair from instruction fetch stage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BEEB1B9-7B1F-13BE-10C6-585A270710C2}"/>
              </a:ext>
            </a:extLst>
          </p:cNvPr>
          <p:cNvSpPr/>
          <p:nvPr/>
        </p:nvSpPr>
        <p:spPr>
          <a:xfrm>
            <a:off x="2524085" y="277321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A87727-E716-AAA1-E489-9C1DA738B6D5}"/>
              </a:ext>
            </a:extLst>
          </p:cNvPr>
          <p:cNvSpPr/>
          <p:nvPr/>
        </p:nvSpPr>
        <p:spPr>
          <a:xfrm>
            <a:off x="2561631" y="3084849"/>
            <a:ext cx="583096" cy="3003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Extract</a:t>
            </a:r>
          </a:p>
          <a:p>
            <a:pPr algn="ctr"/>
            <a:r>
              <a:rPr lang="en-US" sz="1000" dirty="0"/>
              <a:t>Ins #3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345E55C-95CE-16C5-C38E-EFE57BA529CA}"/>
              </a:ext>
            </a:extLst>
          </p:cNvPr>
          <p:cNvSpPr/>
          <p:nvPr/>
        </p:nvSpPr>
        <p:spPr>
          <a:xfrm>
            <a:off x="2535776" y="3444374"/>
            <a:ext cx="620642" cy="480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Branch Decode #3</a:t>
            </a:r>
            <a:endParaRPr lang="en-CA" sz="1000" dirty="0"/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DB2C585-DCB8-330F-C09D-48F6756F9307}"/>
              </a:ext>
            </a:extLst>
          </p:cNvPr>
          <p:cNvSpPr/>
          <p:nvPr/>
        </p:nvSpPr>
        <p:spPr>
          <a:xfrm>
            <a:off x="2517457" y="3944758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8F72AF73-055A-C2DB-ADE5-065C16F244C9}"/>
              </a:ext>
            </a:extLst>
          </p:cNvPr>
          <p:cNvSpPr/>
          <p:nvPr/>
        </p:nvSpPr>
        <p:spPr>
          <a:xfrm>
            <a:off x="7484822" y="3936502"/>
            <a:ext cx="620642" cy="3003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  <p:sp>
        <p:nvSpPr>
          <p:cNvPr id="51" name="Arrow: Down 50">
            <a:extLst>
              <a:ext uri="{FF2B5EF4-FFF2-40B4-BE49-F238E27FC236}">
                <a16:creationId xmlns:a16="http://schemas.microsoft.com/office/drawing/2014/main" id="{58A3E361-97B1-71DC-C6DA-4EC9480C96CE}"/>
              </a:ext>
            </a:extLst>
          </p:cNvPr>
          <p:cNvSpPr/>
          <p:nvPr/>
        </p:nvSpPr>
        <p:spPr>
          <a:xfrm>
            <a:off x="3871391" y="4539100"/>
            <a:ext cx="620642" cy="53304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48</a:t>
            </a:r>
            <a:endParaRPr lang="en-CA" sz="900" dirty="0"/>
          </a:p>
        </p:txBody>
      </p:sp>
    </p:spTree>
    <p:extLst>
      <p:ext uri="{BB962C8B-B14F-4D97-AF65-F5344CB8AC3E}">
        <p14:creationId xmlns:p14="http://schemas.microsoft.com/office/powerpoint/2010/main" val="2650679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9395-D48D-D2C9-3B68-4D26BC937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35" y="18255"/>
            <a:ext cx="10515600" cy="1325563"/>
          </a:xfrm>
        </p:spPr>
        <p:txBody>
          <a:bodyPr/>
          <a:lstStyle/>
          <a:p>
            <a:r>
              <a:rPr lang="en-US" dirty="0"/>
              <a:t>Qupls2026: Decode Stage (*_dec)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521FF0-16AA-8A4C-5185-A6BE8CA2AF64}"/>
              </a:ext>
            </a:extLst>
          </p:cNvPr>
          <p:cNvSpPr/>
          <p:nvPr/>
        </p:nvSpPr>
        <p:spPr>
          <a:xfrm>
            <a:off x="5430145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AB3B1D-1078-99ED-30C9-DFBCF4E3CC21}"/>
              </a:ext>
            </a:extLst>
          </p:cNvPr>
          <p:cNvSpPr/>
          <p:nvPr/>
        </p:nvSpPr>
        <p:spPr>
          <a:xfrm>
            <a:off x="4810627" y="3346995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AFF2E-C847-9432-5A43-1B06D005C39B}"/>
              </a:ext>
            </a:extLst>
          </p:cNvPr>
          <p:cNvSpPr/>
          <p:nvPr/>
        </p:nvSpPr>
        <p:spPr>
          <a:xfrm>
            <a:off x="1072389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6EF95-477A-2994-C3AB-36A8ABE4781F}"/>
              </a:ext>
            </a:extLst>
          </p:cNvPr>
          <p:cNvSpPr/>
          <p:nvPr/>
        </p:nvSpPr>
        <p:spPr>
          <a:xfrm>
            <a:off x="1688614" y="3352801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2FC212D-082A-DD72-F557-EFDFDD7E81AE}"/>
              </a:ext>
            </a:extLst>
          </p:cNvPr>
          <p:cNvCxnSpPr>
            <a:stCxn id="7" idx="3"/>
            <a:endCxn id="5" idx="1"/>
          </p:cNvCxnSpPr>
          <p:nvPr/>
        </p:nvCxnSpPr>
        <p:spPr>
          <a:xfrm flipV="1">
            <a:off x="2291588" y="3468473"/>
            <a:ext cx="2519039" cy="5806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E2CCC9A-50A2-4505-C9BD-E02C96FA3D21}"/>
              </a:ext>
            </a:extLst>
          </p:cNvPr>
          <p:cNvSpPr/>
          <p:nvPr/>
        </p:nvSpPr>
        <p:spPr>
          <a:xfrm>
            <a:off x="922477" y="3021262"/>
            <a:ext cx="5356905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B25F58-38F6-83C5-4F48-A2B549834C2D}"/>
              </a:ext>
            </a:extLst>
          </p:cNvPr>
          <p:cNvSpPr/>
          <p:nvPr/>
        </p:nvSpPr>
        <p:spPr>
          <a:xfrm>
            <a:off x="2976934" y="2174847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7A4C80-2BCC-3C11-C923-3C4DAB8C4306}"/>
              </a:ext>
            </a:extLst>
          </p:cNvPr>
          <p:cNvSpPr/>
          <p:nvPr/>
        </p:nvSpPr>
        <p:spPr>
          <a:xfrm>
            <a:off x="4101351" y="2180850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1077F-E5D9-F73E-DB1C-EEC6A67D0F78}"/>
              </a:ext>
            </a:extLst>
          </p:cNvPr>
          <p:cNvSpPr/>
          <p:nvPr/>
        </p:nvSpPr>
        <p:spPr>
          <a:xfrm>
            <a:off x="5235490" y="2174846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7DAD130-1EBA-D481-F1A5-B3A938F02835}"/>
              </a:ext>
            </a:extLst>
          </p:cNvPr>
          <p:cNvSpPr/>
          <p:nvPr/>
        </p:nvSpPr>
        <p:spPr>
          <a:xfrm>
            <a:off x="3064522" y="2568041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50CA5ED3-322C-7559-35C4-043568DD8612}"/>
              </a:ext>
            </a:extLst>
          </p:cNvPr>
          <p:cNvSpPr/>
          <p:nvPr/>
        </p:nvSpPr>
        <p:spPr>
          <a:xfrm>
            <a:off x="4206153" y="2572336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8A5A8C7-2086-0573-E87A-438924545018}"/>
              </a:ext>
            </a:extLst>
          </p:cNvPr>
          <p:cNvSpPr/>
          <p:nvPr/>
        </p:nvSpPr>
        <p:spPr>
          <a:xfrm>
            <a:off x="5331262" y="2560612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036E97-6A6E-91A6-00FA-5A0CA58B6258}"/>
              </a:ext>
            </a:extLst>
          </p:cNvPr>
          <p:cNvSpPr/>
          <p:nvPr/>
        </p:nvSpPr>
        <p:spPr>
          <a:xfrm>
            <a:off x="5016016" y="4209775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9D117E-4CA7-3EB2-4D18-F030347E7E1D}"/>
              </a:ext>
            </a:extLst>
          </p:cNvPr>
          <p:cNvSpPr/>
          <p:nvPr/>
        </p:nvSpPr>
        <p:spPr>
          <a:xfrm>
            <a:off x="4112660" y="4209774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B56C27-13CD-C453-B21B-1441EA8F9B66}"/>
              </a:ext>
            </a:extLst>
          </p:cNvPr>
          <p:cNvSpPr/>
          <p:nvPr/>
        </p:nvSpPr>
        <p:spPr>
          <a:xfrm>
            <a:off x="3212620" y="4209773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28FD4ACE-E61A-FB57-8942-C9CC134B29B5}"/>
              </a:ext>
            </a:extLst>
          </p:cNvPr>
          <p:cNvSpPr/>
          <p:nvPr/>
        </p:nvSpPr>
        <p:spPr>
          <a:xfrm>
            <a:off x="5094424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8EB2289B-AE34-9E99-3CC6-12D783C305CB}"/>
              </a:ext>
            </a:extLst>
          </p:cNvPr>
          <p:cNvSpPr/>
          <p:nvPr/>
        </p:nvSpPr>
        <p:spPr>
          <a:xfrm>
            <a:off x="4191068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E53DA602-1E6E-0D37-E743-3B75023AF73F}"/>
              </a:ext>
            </a:extLst>
          </p:cNvPr>
          <p:cNvSpPr/>
          <p:nvPr/>
        </p:nvSpPr>
        <p:spPr>
          <a:xfrm>
            <a:off x="3287712" y="3830980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8E88E834-F2D0-8CBB-4152-1AD564EECC86}"/>
              </a:ext>
            </a:extLst>
          </p:cNvPr>
          <p:cNvSpPr/>
          <p:nvPr/>
        </p:nvSpPr>
        <p:spPr>
          <a:xfrm>
            <a:off x="3151772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500454C3-33B4-2D69-4E9E-1E9A00CFD8D0}"/>
              </a:ext>
            </a:extLst>
          </p:cNvPr>
          <p:cNvSpPr/>
          <p:nvPr/>
        </p:nvSpPr>
        <p:spPr>
          <a:xfrm>
            <a:off x="4278536" y="166111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C0945E42-19F8-4A70-3D8A-3A2C77D87313}"/>
              </a:ext>
            </a:extLst>
          </p:cNvPr>
          <p:cNvSpPr/>
          <p:nvPr/>
        </p:nvSpPr>
        <p:spPr>
          <a:xfrm>
            <a:off x="54136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11F6C4-3F05-4093-DF1A-05D8225E0985}"/>
              </a:ext>
            </a:extLst>
          </p:cNvPr>
          <p:cNvSpPr txBox="1"/>
          <p:nvPr/>
        </p:nvSpPr>
        <p:spPr>
          <a:xfrm>
            <a:off x="1462221" y="1245586"/>
            <a:ext cx="373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instructions from Extract Stage</a:t>
            </a:r>
            <a:endParaRPr lang="en-CA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5D206A29-C880-3014-024D-37528635716B}"/>
              </a:ext>
            </a:extLst>
          </p:cNvPr>
          <p:cNvSpPr/>
          <p:nvPr/>
        </p:nvSpPr>
        <p:spPr>
          <a:xfrm>
            <a:off x="3308692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88EB1D7B-9441-432D-DDC9-5420CB809BB7}"/>
              </a:ext>
            </a:extLst>
          </p:cNvPr>
          <p:cNvSpPr/>
          <p:nvPr/>
        </p:nvSpPr>
        <p:spPr>
          <a:xfrm>
            <a:off x="4193915" y="459314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E3858D5-56C8-D169-924B-EBFBE71AA31C}"/>
              </a:ext>
            </a:extLst>
          </p:cNvPr>
          <p:cNvSpPr/>
          <p:nvPr/>
        </p:nvSpPr>
        <p:spPr>
          <a:xfrm>
            <a:off x="5088946" y="458856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2C7DB7-1FAD-B106-9935-8AE626DD9E8A}"/>
              </a:ext>
            </a:extLst>
          </p:cNvPr>
          <p:cNvSpPr txBox="1"/>
          <p:nvPr/>
        </p:nvSpPr>
        <p:spPr>
          <a:xfrm>
            <a:off x="2186762" y="5093418"/>
            <a:ext cx="3927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decode busses to Rename Stage</a:t>
            </a:r>
            <a:endParaRPr lang="en-CA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129218-44F0-AFD7-A77E-D2949684502A}"/>
              </a:ext>
            </a:extLst>
          </p:cNvPr>
          <p:cNvSpPr txBox="1"/>
          <p:nvPr/>
        </p:nvSpPr>
        <p:spPr>
          <a:xfrm>
            <a:off x="6248591" y="1614918"/>
            <a:ext cx="57619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clock cycle four micro-ops are decoded and sent to the rename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micro-op buffer is shifted right by four micro-ops. When the buffer has four or fewer micro-ops left in it, a request is made to the extract stage for more instructions.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Incoming instructions are mapped very quickly onto one to eight micro-ops.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stored in the buffer; between four and thirty-two micro-ops will fill the buffer.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Micro-ops are packed as they are stored in the buffer so there are no “holes”.</a:t>
            </a:r>
            <a:endParaRPr lang="en-CA" dirty="0"/>
          </a:p>
        </p:txBody>
      </p:sp>
      <p:sp>
        <p:nvSpPr>
          <p:cNvPr id="45" name="Arrow: Bent-Up 44">
            <a:extLst>
              <a:ext uri="{FF2B5EF4-FFF2-40B4-BE49-F238E27FC236}">
                <a16:creationId xmlns:a16="http://schemas.microsoft.com/office/drawing/2014/main" id="{2CE723E4-9607-4DCE-9A39-21A48CCB278A}"/>
              </a:ext>
            </a:extLst>
          </p:cNvPr>
          <p:cNvSpPr/>
          <p:nvPr/>
        </p:nvSpPr>
        <p:spPr>
          <a:xfrm flipH="1">
            <a:off x="482429" y="1640513"/>
            <a:ext cx="440045" cy="1860807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9BD94-01FF-2408-B713-1605D4AE6EE5}"/>
              </a:ext>
            </a:extLst>
          </p:cNvPr>
          <p:cNvSpPr txBox="1"/>
          <p:nvPr/>
        </p:nvSpPr>
        <p:spPr>
          <a:xfrm>
            <a:off x="251890" y="1264197"/>
            <a:ext cx="8711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Instruction Request</a:t>
            </a:r>
            <a:endParaRPr lang="en-CA" sz="1000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458A2C-37D6-CBDA-6D34-AC5227237AA2}"/>
              </a:ext>
            </a:extLst>
          </p:cNvPr>
          <p:cNvCxnSpPr>
            <a:cxnSpLocks/>
          </p:cNvCxnSpPr>
          <p:nvPr/>
        </p:nvCxnSpPr>
        <p:spPr>
          <a:xfrm>
            <a:off x="699248" y="5085331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A2CB9A-6489-5872-503C-6BE8C8D7D1B7}"/>
              </a:ext>
            </a:extLst>
          </p:cNvPr>
          <p:cNvSpPr txBox="1"/>
          <p:nvPr/>
        </p:nvSpPr>
        <p:spPr>
          <a:xfrm>
            <a:off x="447787" y="482960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99CBB6-2A2D-F548-B0CB-76D152B61BEF}"/>
              </a:ext>
            </a:extLst>
          </p:cNvPr>
          <p:cNvSpPr/>
          <p:nvPr/>
        </p:nvSpPr>
        <p:spPr>
          <a:xfrm>
            <a:off x="2377645" y="3836501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55B2F-F886-D360-2A28-E02105DB82B2}"/>
              </a:ext>
            </a:extLst>
          </p:cNvPr>
          <p:cNvSpPr/>
          <p:nvPr/>
        </p:nvSpPr>
        <p:spPr>
          <a:xfrm>
            <a:off x="2309836" y="421895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Decoder</a:t>
            </a:r>
            <a:endParaRPr lang="en-CA" sz="1000" dirty="0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8A1C8BD-019C-4B6E-8163-4823757689DC}"/>
              </a:ext>
            </a:extLst>
          </p:cNvPr>
          <p:cNvSpPr/>
          <p:nvPr/>
        </p:nvSpPr>
        <p:spPr>
          <a:xfrm>
            <a:off x="2393898" y="46074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74FD05-F8BC-B23B-4D15-A392433EF47C}"/>
              </a:ext>
            </a:extLst>
          </p:cNvPr>
          <p:cNvSpPr/>
          <p:nvPr/>
        </p:nvSpPr>
        <p:spPr>
          <a:xfrm>
            <a:off x="1854101" y="2177301"/>
            <a:ext cx="1055758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ISA Instruction To µop map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B7D24E-7521-1BB3-73FE-FF986C506178}"/>
              </a:ext>
            </a:extLst>
          </p:cNvPr>
          <p:cNvSpPr/>
          <p:nvPr/>
        </p:nvSpPr>
        <p:spPr>
          <a:xfrm>
            <a:off x="1916718" y="2560843"/>
            <a:ext cx="880165" cy="4560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8 max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B716BC00-0FF1-C3E5-C4EF-900E736199DB}"/>
              </a:ext>
            </a:extLst>
          </p:cNvPr>
          <p:cNvSpPr/>
          <p:nvPr/>
        </p:nvSpPr>
        <p:spPr>
          <a:xfrm>
            <a:off x="2009901" y="165420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59429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7671-DA3D-5C66-D0DC-22B672A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Qupls2026: Decode Stage (more)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4AD4A4-17BF-2703-AB80-4C6C1AAA3027}"/>
              </a:ext>
            </a:extLst>
          </p:cNvPr>
          <p:cNvSpPr/>
          <p:nvPr/>
        </p:nvSpPr>
        <p:spPr>
          <a:xfrm>
            <a:off x="5370512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0</a:t>
            </a:r>
            <a:endParaRPr lang="en-CA" sz="1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F24EA5-DFAE-FB83-6A50-D69CF1C2B5C9}"/>
              </a:ext>
            </a:extLst>
          </p:cNvPr>
          <p:cNvSpPr/>
          <p:nvPr/>
        </p:nvSpPr>
        <p:spPr>
          <a:xfrm>
            <a:off x="4754287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1</a:t>
            </a:r>
            <a:endParaRPr lang="en-CA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7E7B95-30A7-75E7-609B-7E49FA75F5AE}"/>
              </a:ext>
            </a:extLst>
          </p:cNvPr>
          <p:cNvSpPr/>
          <p:nvPr/>
        </p:nvSpPr>
        <p:spPr>
          <a:xfrm>
            <a:off x="1394860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31</a:t>
            </a:r>
            <a:endParaRPr lang="en-CA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7BB0F3-B210-B42C-7680-42C0E660F87F}"/>
              </a:ext>
            </a:extLst>
          </p:cNvPr>
          <p:cNvSpPr/>
          <p:nvPr/>
        </p:nvSpPr>
        <p:spPr>
          <a:xfrm>
            <a:off x="2011085" y="2442817"/>
            <a:ext cx="602974" cy="242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30</a:t>
            </a:r>
            <a:endParaRPr lang="en-CA" sz="10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E68FD5-C5F9-6F14-44AD-C6A022421526}"/>
              </a:ext>
            </a:extLst>
          </p:cNvPr>
          <p:cNvCxnSpPr>
            <a:stCxn id="7" idx="3"/>
            <a:endCxn id="5" idx="1"/>
          </p:cNvCxnSpPr>
          <p:nvPr/>
        </p:nvCxnSpPr>
        <p:spPr>
          <a:xfrm>
            <a:off x="2614059" y="2564295"/>
            <a:ext cx="2140228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4B384DD-9D81-9F38-26B7-8F5F8B7F8585}"/>
              </a:ext>
            </a:extLst>
          </p:cNvPr>
          <p:cNvSpPr/>
          <p:nvPr/>
        </p:nvSpPr>
        <p:spPr>
          <a:xfrm>
            <a:off x="1229206" y="2116326"/>
            <a:ext cx="4909933" cy="803965"/>
          </a:xfrm>
          <a:prstGeom prst="rect">
            <a:avLst/>
          </a:prstGeom>
          <a:solidFill>
            <a:schemeClr val="accent1">
              <a:alpha val="3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µop Buffer</a:t>
            </a:r>
            <a:endParaRPr lang="en-CA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AC6772-5CAE-D455-76B9-125EBA8890A0}"/>
              </a:ext>
            </a:extLst>
          </p:cNvPr>
          <p:cNvSpPr/>
          <p:nvPr/>
        </p:nvSpPr>
        <p:spPr>
          <a:xfrm>
            <a:off x="5338487" y="329979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66567A-F74A-5D9D-884D-C2834A78E3C1}"/>
              </a:ext>
            </a:extLst>
          </p:cNvPr>
          <p:cNvSpPr/>
          <p:nvPr/>
        </p:nvSpPr>
        <p:spPr>
          <a:xfrm>
            <a:off x="4435131" y="3299790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C8B6FA-7594-683E-4007-B926AA8E9AF7}"/>
              </a:ext>
            </a:extLst>
          </p:cNvPr>
          <p:cNvSpPr/>
          <p:nvPr/>
        </p:nvSpPr>
        <p:spPr>
          <a:xfrm>
            <a:off x="3535091" y="3299789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24E940-0B48-B6F9-43EE-ACD39C492235}"/>
              </a:ext>
            </a:extLst>
          </p:cNvPr>
          <p:cNvSpPr/>
          <p:nvPr/>
        </p:nvSpPr>
        <p:spPr>
          <a:xfrm>
            <a:off x="5416895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A842CB9-063C-921F-FDA3-3CF2596102FF}"/>
              </a:ext>
            </a:extLst>
          </p:cNvPr>
          <p:cNvSpPr/>
          <p:nvPr/>
        </p:nvSpPr>
        <p:spPr>
          <a:xfrm>
            <a:off x="4513539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772DF459-39E8-C005-6FD2-D052727A0B36}"/>
              </a:ext>
            </a:extLst>
          </p:cNvPr>
          <p:cNvSpPr/>
          <p:nvPr/>
        </p:nvSpPr>
        <p:spPr>
          <a:xfrm>
            <a:off x="3610183" y="2920996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764D332-B889-AF93-14C7-5BC631FE0D2D}"/>
              </a:ext>
            </a:extLst>
          </p:cNvPr>
          <p:cNvSpPr/>
          <p:nvPr/>
        </p:nvSpPr>
        <p:spPr>
          <a:xfrm>
            <a:off x="3631163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CB05E56-0A5C-3EB0-890A-604E7BC1B2F4}"/>
              </a:ext>
            </a:extLst>
          </p:cNvPr>
          <p:cNvSpPr/>
          <p:nvPr/>
        </p:nvSpPr>
        <p:spPr>
          <a:xfrm>
            <a:off x="4516386" y="3683161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7DC7C2C0-1EEB-76FA-DAB3-351C6C3A3840}"/>
              </a:ext>
            </a:extLst>
          </p:cNvPr>
          <p:cNvSpPr/>
          <p:nvPr/>
        </p:nvSpPr>
        <p:spPr>
          <a:xfrm>
            <a:off x="5411417" y="367857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D60F5D-0A1C-F533-8A90-2EA3F585F33B}"/>
              </a:ext>
            </a:extLst>
          </p:cNvPr>
          <p:cNvSpPr txBox="1"/>
          <p:nvPr/>
        </p:nvSpPr>
        <p:spPr>
          <a:xfrm>
            <a:off x="2509233" y="4183434"/>
            <a:ext cx="3630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Twelve constants to Rename Stage</a:t>
            </a:r>
            <a:endParaRPr lang="en-CA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D89D6E8-8402-28E1-B2C1-45D30B4E48D0}"/>
              </a:ext>
            </a:extLst>
          </p:cNvPr>
          <p:cNvSpPr/>
          <p:nvPr/>
        </p:nvSpPr>
        <p:spPr>
          <a:xfrm>
            <a:off x="1289879" y="3331881"/>
            <a:ext cx="1324180" cy="3048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5F8F2-3C54-61B6-A69B-0BD7ED6565C5}"/>
              </a:ext>
            </a:extLst>
          </p:cNvPr>
          <p:cNvSpPr txBox="1"/>
          <p:nvPr/>
        </p:nvSpPr>
        <p:spPr>
          <a:xfrm>
            <a:off x="46708" y="3060483"/>
            <a:ext cx="2794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Cache line from decode (512 bits)</a:t>
            </a:r>
            <a:endParaRPr lang="en-CA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A53338-E8D4-C04A-D5CE-71EE6678BA98}"/>
              </a:ext>
            </a:extLst>
          </p:cNvPr>
          <p:cNvSpPr txBox="1"/>
          <p:nvPr/>
        </p:nvSpPr>
        <p:spPr>
          <a:xfrm>
            <a:off x="6519485" y="1796903"/>
            <a:ext cx="53677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Indexes to cache line constants are decoded from the micro-ops and the cache line.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may be three cache line constants per micro-op.</a:t>
            </a:r>
            <a:endParaRPr lang="en-CA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46485E-E911-C3C8-8592-D1C3A1AE9D55}"/>
              </a:ext>
            </a:extLst>
          </p:cNvPr>
          <p:cNvCxnSpPr>
            <a:cxnSpLocks/>
          </p:cNvCxnSpPr>
          <p:nvPr/>
        </p:nvCxnSpPr>
        <p:spPr>
          <a:xfrm>
            <a:off x="982470" y="4172797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879055E-A3B6-33BB-6AA1-1E14C0F80EF3}"/>
              </a:ext>
            </a:extLst>
          </p:cNvPr>
          <p:cNvSpPr txBox="1"/>
          <p:nvPr/>
        </p:nvSpPr>
        <p:spPr>
          <a:xfrm>
            <a:off x="731009" y="3917068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ED6292-BB18-2FAE-6D6C-93BDEAE38338}"/>
              </a:ext>
            </a:extLst>
          </p:cNvPr>
          <p:cNvSpPr/>
          <p:nvPr/>
        </p:nvSpPr>
        <p:spPr>
          <a:xfrm>
            <a:off x="9834545" y="3902318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</a:t>
            </a:r>
          </a:p>
          <a:p>
            <a:pPr algn="ctr"/>
            <a:r>
              <a:rPr lang="en-US" sz="1000" dirty="0"/>
              <a:t>Decoder</a:t>
            </a:r>
            <a:endParaRPr lang="en-CA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DBB742-49D9-B694-015D-E5AD3D66E5EF}"/>
              </a:ext>
            </a:extLst>
          </p:cNvPr>
          <p:cNvSpPr/>
          <p:nvPr/>
        </p:nvSpPr>
        <p:spPr>
          <a:xfrm>
            <a:off x="8931189" y="3902317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E2ED6-9B55-325E-7669-24BFEBA54FB0}"/>
              </a:ext>
            </a:extLst>
          </p:cNvPr>
          <p:cNvSpPr/>
          <p:nvPr/>
        </p:nvSpPr>
        <p:spPr>
          <a:xfrm>
            <a:off x="8031149" y="3902316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91A6D0B-6F39-DDB9-0073-6641DDC9D3E1}"/>
              </a:ext>
            </a:extLst>
          </p:cNvPr>
          <p:cNvSpPr/>
          <p:nvPr/>
        </p:nvSpPr>
        <p:spPr>
          <a:xfrm>
            <a:off x="8127221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A1DCE78-6AF5-928D-9C75-DFD072429CA4}"/>
              </a:ext>
            </a:extLst>
          </p:cNvPr>
          <p:cNvSpPr/>
          <p:nvPr/>
        </p:nvSpPr>
        <p:spPr>
          <a:xfrm>
            <a:off x="9012444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E5E3A3FE-6736-FC9C-DA77-F9B694541F34}"/>
              </a:ext>
            </a:extLst>
          </p:cNvPr>
          <p:cNvSpPr/>
          <p:nvPr/>
        </p:nvSpPr>
        <p:spPr>
          <a:xfrm>
            <a:off x="9907475" y="4281105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F5672D-C543-A461-3B78-FBF971DAEE0C}"/>
              </a:ext>
            </a:extLst>
          </p:cNvPr>
          <p:cNvSpPr txBox="1"/>
          <p:nvPr/>
        </p:nvSpPr>
        <p:spPr>
          <a:xfrm>
            <a:off x="6991458" y="5742724"/>
            <a:ext cx="4263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 destination names to Rename Stage</a:t>
            </a:r>
            <a:endParaRPr lang="en-CA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2B7482-2A08-6F41-E94E-C497C87E31DA}"/>
              </a:ext>
            </a:extLst>
          </p:cNvPr>
          <p:cNvSpPr/>
          <p:nvPr/>
        </p:nvSpPr>
        <p:spPr>
          <a:xfrm>
            <a:off x="6966666" y="4785962"/>
            <a:ext cx="380602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Name Supplier</a:t>
            </a:r>
            <a:endParaRPr lang="en-CA" sz="1400" dirty="0"/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FE7656EC-8295-5EF1-371B-D581D82F9972}"/>
              </a:ext>
            </a:extLst>
          </p:cNvPr>
          <p:cNvSpPr/>
          <p:nvPr/>
        </p:nvSpPr>
        <p:spPr>
          <a:xfrm>
            <a:off x="8177010" y="5172653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E29C00F9-653E-273D-EFAC-AC16EDD7B1F0}"/>
              </a:ext>
            </a:extLst>
          </p:cNvPr>
          <p:cNvSpPr/>
          <p:nvPr/>
        </p:nvSpPr>
        <p:spPr>
          <a:xfrm>
            <a:off x="9023609" y="5157102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C4049C58-6EF9-C4EE-3743-CEA155E40310}"/>
              </a:ext>
            </a:extLst>
          </p:cNvPr>
          <p:cNvSpPr/>
          <p:nvPr/>
        </p:nvSpPr>
        <p:spPr>
          <a:xfrm>
            <a:off x="9959726" y="516474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E26CE4-3F48-FC77-2A5C-1DEC527936D1}"/>
              </a:ext>
            </a:extLst>
          </p:cNvPr>
          <p:cNvCxnSpPr>
            <a:cxnSpLocks/>
          </p:cNvCxnSpPr>
          <p:nvPr/>
        </p:nvCxnSpPr>
        <p:spPr>
          <a:xfrm>
            <a:off x="5671999" y="5669604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E1F377B-99D7-DE06-8836-5BF77A01FA42}"/>
              </a:ext>
            </a:extLst>
          </p:cNvPr>
          <p:cNvSpPr txBox="1"/>
          <p:nvPr/>
        </p:nvSpPr>
        <p:spPr>
          <a:xfrm>
            <a:off x="5669580" y="5445866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2323E0-9BAE-F6C4-714E-F9E79BCCEBD7}"/>
              </a:ext>
            </a:extLst>
          </p:cNvPr>
          <p:cNvSpPr txBox="1"/>
          <p:nvPr/>
        </p:nvSpPr>
        <p:spPr>
          <a:xfrm>
            <a:off x="462791" y="5155294"/>
            <a:ext cx="4800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destination register from each micro-op decoder is fed to the name supplier which supplies a rename for the register.</a:t>
            </a:r>
            <a:endParaRPr lang="en-CA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C63C0F5-DD13-944B-7406-0229744035D4}"/>
              </a:ext>
            </a:extLst>
          </p:cNvPr>
          <p:cNvSpPr/>
          <p:nvPr/>
        </p:nvSpPr>
        <p:spPr>
          <a:xfrm>
            <a:off x="2706827" y="2918775"/>
            <a:ext cx="671444" cy="3787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54DFADE-6461-BE11-6516-7F0481608F40}"/>
              </a:ext>
            </a:extLst>
          </p:cNvPr>
          <p:cNvSpPr/>
          <p:nvPr/>
        </p:nvSpPr>
        <p:spPr>
          <a:xfrm>
            <a:off x="2642221" y="330570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Constant Decoder</a:t>
            </a:r>
            <a:endParaRPr lang="en-CA" sz="1000" dirty="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3BA76494-59BD-BBA6-0C26-88DE139CCB57}"/>
              </a:ext>
            </a:extLst>
          </p:cNvPr>
          <p:cNvSpPr/>
          <p:nvPr/>
        </p:nvSpPr>
        <p:spPr>
          <a:xfrm>
            <a:off x="2706827" y="3690014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9738219-BF0F-73E1-B3BF-0ABF674AEF79}"/>
              </a:ext>
            </a:extLst>
          </p:cNvPr>
          <p:cNvSpPr/>
          <p:nvPr/>
        </p:nvSpPr>
        <p:spPr>
          <a:xfrm>
            <a:off x="7133038" y="3901361"/>
            <a:ext cx="828260" cy="384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µop Rd Decoder</a:t>
            </a:r>
            <a:endParaRPr lang="en-CA" sz="1000" dirty="0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9AF7ABA2-89A2-AED6-67CE-918A8BD4D988}"/>
              </a:ext>
            </a:extLst>
          </p:cNvPr>
          <p:cNvSpPr/>
          <p:nvPr/>
        </p:nvSpPr>
        <p:spPr>
          <a:xfrm>
            <a:off x="7205968" y="42856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E6834225-5EDD-04D9-745E-B28DD8D19548}"/>
              </a:ext>
            </a:extLst>
          </p:cNvPr>
          <p:cNvSpPr/>
          <p:nvPr/>
        </p:nvSpPr>
        <p:spPr>
          <a:xfrm>
            <a:off x="7220384" y="5166839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2694914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C03-86BC-47B3-352E-CEAFA8E4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9" y="69161"/>
            <a:ext cx="10515600" cy="858492"/>
          </a:xfrm>
        </p:spPr>
        <p:txBody>
          <a:bodyPr/>
          <a:lstStyle/>
          <a:p>
            <a:r>
              <a:rPr lang="en-US" dirty="0"/>
              <a:t>Qupls2026: Rename Stage (*_ren)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4B65C0-C075-F47A-4C2D-095EB317A5EB}"/>
              </a:ext>
            </a:extLst>
          </p:cNvPr>
          <p:cNvSpPr/>
          <p:nvPr/>
        </p:nvSpPr>
        <p:spPr>
          <a:xfrm>
            <a:off x="1236869" y="2223464"/>
            <a:ext cx="3335131" cy="745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RAT – Register Alias Table</a:t>
            </a:r>
            <a:endParaRPr lang="en-CA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21F37D6B-60A6-4809-18D2-0553D99F0657}"/>
              </a:ext>
            </a:extLst>
          </p:cNvPr>
          <p:cNvSpPr/>
          <p:nvPr/>
        </p:nvSpPr>
        <p:spPr>
          <a:xfrm>
            <a:off x="137461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E05A981-F263-3DEA-4B79-93D96CD6F334}"/>
              </a:ext>
            </a:extLst>
          </p:cNvPr>
          <p:cNvSpPr/>
          <p:nvPr/>
        </p:nvSpPr>
        <p:spPr>
          <a:xfrm>
            <a:off x="3012703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6B408B6E-9266-6253-28A7-D617276ACB7E}"/>
              </a:ext>
            </a:extLst>
          </p:cNvPr>
          <p:cNvSpPr/>
          <p:nvPr/>
        </p:nvSpPr>
        <p:spPr>
          <a:xfrm>
            <a:off x="3803628" y="171860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84DDB-E400-F85E-C54B-73F8148E9286}"/>
              </a:ext>
            </a:extLst>
          </p:cNvPr>
          <p:cNvSpPr txBox="1"/>
          <p:nvPr/>
        </p:nvSpPr>
        <p:spPr>
          <a:xfrm>
            <a:off x="449758" y="1345362"/>
            <a:ext cx="52310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Four pairs of destination registers and corresponding renames from decode stage.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F59A06-E107-C4DA-E239-7FFF06028AB4}"/>
              </a:ext>
            </a:extLst>
          </p:cNvPr>
          <p:cNvSpPr/>
          <p:nvPr/>
        </p:nvSpPr>
        <p:spPr>
          <a:xfrm>
            <a:off x="1236869" y="3230217"/>
            <a:ext cx="3335131" cy="8912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Asynchronous Architectural Register to Physical Register Mapping Process</a:t>
            </a:r>
          </a:p>
          <a:p>
            <a:pPr algn="ctr"/>
            <a:r>
              <a:rPr lang="en-US" sz="1400" dirty="0"/>
              <a:t>12 micro-op Window</a:t>
            </a:r>
            <a:endParaRPr lang="en-CA" sz="14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3FFFE904-FC5E-7191-48EF-8681D2D72CFC}"/>
              </a:ext>
            </a:extLst>
          </p:cNvPr>
          <p:cNvSpPr/>
          <p:nvPr/>
        </p:nvSpPr>
        <p:spPr>
          <a:xfrm>
            <a:off x="2210903" y="2968487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F84A15-A557-90EA-5304-0D62AFC89888}"/>
              </a:ext>
            </a:extLst>
          </p:cNvPr>
          <p:cNvSpPr/>
          <p:nvPr/>
        </p:nvSpPr>
        <p:spPr>
          <a:xfrm>
            <a:off x="1236869" y="4624049"/>
            <a:ext cx="8941712" cy="4910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ROB – Reordering Buffer</a:t>
            </a:r>
            <a:endParaRPr lang="en-CA" dirty="0"/>
          </a:p>
        </p:txBody>
      </p:sp>
      <p:sp>
        <p:nvSpPr>
          <p:cNvPr id="14" name="Arrow: Up-Down 13">
            <a:extLst>
              <a:ext uri="{FF2B5EF4-FFF2-40B4-BE49-F238E27FC236}">
                <a16:creationId xmlns:a16="http://schemas.microsoft.com/office/drawing/2014/main" id="{B0919AED-0038-7998-4F1A-E2D1E32EF48B}"/>
              </a:ext>
            </a:extLst>
          </p:cNvPr>
          <p:cNvSpPr/>
          <p:nvPr/>
        </p:nvSpPr>
        <p:spPr>
          <a:xfrm>
            <a:off x="2693415" y="4133026"/>
            <a:ext cx="371846" cy="4910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D0B9637-390A-B8AE-5174-22A11D566EB8}"/>
              </a:ext>
            </a:extLst>
          </p:cNvPr>
          <p:cNvSpPr/>
          <p:nvPr/>
        </p:nvSpPr>
        <p:spPr>
          <a:xfrm>
            <a:off x="6665217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AEF3255-2792-1393-10C7-EACB7FE6FA25}"/>
              </a:ext>
            </a:extLst>
          </p:cNvPr>
          <p:cNvSpPr/>
          <p:nvPr/>
        </p:nvSpPr>
        <p:spPr>
          <a:xfrm>
            <a:off x="7582921" y="3867747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185D9C73-D53B-6B12-9071-3F3AAC435CBE}"/>
              </a:ext>
            </a:extLst>
          </p:cNvPr>
          <p:cNvSpPr/>
          <p:nvPr/>
        </p:nvSpPr>
        <p:spPr>
          <a:xfrm>
            <a:off x="8468144" y="3872330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BA68F8-B915-B07A-3079-B8213D03056F}"/>
              </a:ext>
            </a:extLst>
          </p:cNvPr>
          <p:cNvSpPr txBox="1"/>
          <p:nvPr/>
        </p:nvSpPr>
        <p:spPr>
          <a:xfrm>
            <a:off x="6113494" y="3521972"/>
            <a:ext cx="4065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Four micro-ops with constants from Decode Stage</a:t>
            </a:r>
            <a:endParaRPr lang="en-CA" sz="14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A094BEB-D5B3-E416-38DC-9104BC8E8895}"/>
              </a:ext>
            </a:extLst>
          </p:cNvPr>
          <p:cNvCxnSpPr>
            <a:cxnSpLocks/>
          </p:cNvCxnSpPr>
          <p:nvPr/>
        </p:nvCxnSpPr>
        <p:spPr>
          <a:xfrm>
            <a:off x="4934228" y="4361966"/>
            <a:ext cx="5244353" cy="212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2CF461-9B0D-FE66-E0EC-66372F248F2F}"/>
              </a:ext>
            </a:extLst>
          </p:cNvPr>
          <p:cNvSpPr txBox="1"/>
          <p:nvPr/>
        </p:nvSpPr>
        <p:spPr>
          <a:xfrm>
            <a:off x="4682767" y="4106237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63B6F1BE-8984-CBE6-5587-9F69C8F532A4}"/>
              </a:ext>
            </a:extLst>
          </p:cNvPr>
          <p:cNvSpPr/>
          <p:nvPr/>
        </p:nvSpPr>
        <p:spPr>
          <a:xfrm>
            <a:off x="7673202" y="4383236"/>
            <a:ext cx="1387061" cy="2617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  <a:endParaRPr lang="en-CA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F40078-1B1A-C5F3-E335-3852214F2A33}"/>
              </a:ext>
            </a:extLst>
          </p:cNvPr>
          <p:cNvSpPr txBox="1"/>
          <p:nvPr/>
        </p:nvSpPr>
        <p:spPr>
          <a:xfrm>
            <a:off x="5715000" y="1160696"/>
            <a:ext cx="60272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register alias table is updated with info from the decode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 asynchronous process matches unmapped architectural registers to physical register and maps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Micro-op and constants are enqueued in the re-order buffer</a:t>
            </a:r>
            <a:endParaRPr lang="en-CA" sz="1600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487C35-0C63-3388-3805-0DB75FA788A0}"/>
              </a:ext>
            </a:extLst>
          </p:cNvPr>
          <p:cNvSpPr/>
          <p:nvPr/>
        </p:nvSpPr>
        <p:spPr>
          <a:xfrm>
            <a:off x="2196939" y="170708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C8DE211-FE85-5EE1-1044-649C28555208}"/>
              </a:ext>
            </a:extLst>
          </p:cNvPr>
          <p:cNvSpPr/>
          <p:nvPr/>
        </p:nvSpPr>
        <p:spPr>
          <a:xfrm>
            <a:off x="9256395" y="3880598"/>
            <a:ext cx="682399" cy="5048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  <a:endParaRPr lang="en-CA" sz="1000" dirty="0"/>
          </a:p>
        </p:txBody>
      </p:sp>
    </p:spTree>
    <p:extLst>
      <p:ext uri="{BB962C8B-B14F-4D97-AF65-F5344CB8AC3E}">
        <p14:creationId xmlns:p14="http://schemas.microsoft.com/office/powerpoint/2010/main" val="522921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AA136E37-5431-E8FB-B541-92D80BAE5C5D}"/>
              </a:ext>
            </a:extLst>
          </p:cNvPr>
          <p:cNvSpPr/>
          <p:nvPr/>
        </p:nvSpPr>
        <p:spPr>
          <a:xfrm>
            <a:off x="749630" y="4310008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Bitfield </a:t>
            </a:r>
            <a:endParaRPr lang="en-CA" sz="7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E9CFA1-3825-4851-2C50-2193AC6FE028}"/>
              </a:ext>
            </a:extLst>
          </p:cNvPr>
          <p:cNvSpPr/>
          <p:nvPr/>
        </p:nvSpPr>
        <p:spPr>
          <a:xfrm>
            <a:off x="4413264" y="3751399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FSQRT</a:t>
            </a:r>
            <a:endParaRPr lang="en-CA" sz="7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E320B-18AF-E5BE-A9B7-C628FE8AAB67}"/>
              </a:ext>
            </a:extLst>
          </p:cNvPr>
          <p:cNvSpPr/>
          <p:nvPr/>
        </p:nvSpPr>
        <p:spPr>
          <a:xfrm>
            <a:off x="4413264" y="3502640"/>
            <a:ext cx="59883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FDIV</a:t>
            </a:r>
            <a:endParaRPr lang="en-CA" sz="700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FEF0634-1D91-3B54-C02B-6679ACB17214}"/>
              </a:ext>
            </a:extLst>
          </p:cNvPr>
          <p:cNvSpPr/>
          <p:nvPr/>
        </p:nvSpPr>
        <p:spPr>
          <a:xfrm>
            <a:off x="8540352" y="3236916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FPU</a:t>
            </a:r>
            <a:endParaRPr lang="en-CA" sz="7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30D39D-FAB4-71A0-50A9-AAFD49CFD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43" y="269806"/>
            <a:ext cx="9144000" cy="52974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Qupls2026: Execute Stage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B9CAB-33A3-DF06-299D-C7D0E79C34DD}"/>
              </a:ext>
            </a:extLst>
          </p:cNvPr>
          <p:cNvSpPr/>
          <p:nvPr/>
        </p:nvSpPr>
        <p:spPr>
          <a:xfrm>
            <a:off x="740186" y="3238922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#0</a:t>
            </a:r>
            <a:endParaRPr lang="en-CA" sz="7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5363E-0D61-E897-910A-F370A5032ED8}"/>
              </a:ext>
            </a:extLst>
          </p:cNvPr>
          <p:cNvSpPr/>
          <p:nvPr/>
        </p:nvSpPr>
        <p:spPr>
          <a:xfrm>
            <a:off x="1331350" y="3236782"/>
            <a:ext cx="514437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SAU #1</a:t>
            </a:r>
            <a:endParaRPr lang="en-CA" sz="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D6549B-CBC1-E564-88F0-22B7DD569F76}"/>
              </a:ext>
            </a:extLst>
          </p:cNvPr>
          <p:cNvSpPr/>
          <p:nvPr/>
        </p:nvSpPr>
        <p:spPr>
          <a:xfrm>
            <a:off x="1957865" y="3238469"/>
            <a:ext cx="5240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IMUL</a:t>
            </a:r>
            <a:endParaRPr lang="en-CA" sz="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8F65F8-FB16-5708-1549-E0B42AB137A9}"/>
              </a:ext>
            </a:extLst>
          </p:cNvPr>
          <p:cNvSpPr/>
          <p:nvPr/>
        </p:nvSpPr>
        <p:spPr>
          <a:xfrm>
            <a:off x="2550439" y="3240508"/>
            <a:ext cx="53449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IDIV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9B70-FD33-3B9B-AEC7-C546F3CD38AC}"/>
              </a:ext>
            </a:extLst>
          </p:cNvPr>
          <p:cNvSpPr/>
          <p:nvPr/>
        </p:nvSpPr>
        <p:spPr>
          <a:xfrm>
            <a:off x="3159581" y="3252985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#0</a:t>
            </a:r>
            <a:endParaRPr lang="en-CA" sz="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B13E1A-8BA1-FD2E-298B-39A9773492D9}"/>
              </a:ext>
            </a:extLst>
          </p:cNvPr>
          <p:cNvSpPr/>
          <p:nvPr/>
        </p:nvSpPr>
        <p:spPr>
          <a:xfrm>
            <a:off x="4423282" y="3252985"/>
            <a:ext cx="588813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TRIG</a:t>
            </a:r>
            <a:endParaRPr lang="en-CA" sz="7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CE30D4-A510-082C-C771-FC867429D4A3}"/>
              </a:ext>
            </a:extLst>
          </p:cNvPr>
          <p:cNvSpPr/>
          <p:nvPr/>
        </p:nvSpPr>
        <p:spPr>
          <a:xfrm>
            <a:off x="740185" y="3517218"/>
            <a:ext cx="50050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CSRs</a:t>
            </a:r>
            <a:endParaRPr lang="en-CA" sz="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C13761-4A16-527F-25C4-63929CC12475}"/>
              </a:ext>
            </a:extLst>
          </p:cNvPr>
          <p:cNvSpPr/>
          <p:nvPr/>
        </p:nvSpPr>
        <p:spPr>
          <a:xfrm>
            <a:off x="740185" y="3795514"/>
            <a:ext cx="51554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Counts</a:t>
            </a:r>
            <a:endParaRPr lang="en-CA" sz="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401EC6-5825-9E44-80EC-6B43B4C0A313}"/>
              </a:ext>
            </a:extLst>
          </p:cNvPr>
          <p:cNvSpPr/>
          <p:nvPr/>
        </p:nvSpPr>
        <p:spPr>
          <a:xfrm>
            <a:off x="750936" y="4057127"/>
            <a:ext cx="515549" cy="214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Shift </a:t>
            </a:r>
            <a:endParaRPr lang="en-CA" sz="7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46394-63E9-5D59-33ED-942F6365F6CE}"/>
              </a:ext>
            </a:extLst>
          </p:cNvPr>
          <p:cNvSpPr/>
          <p:nvPr/>
        </p:nvSpPr>
        <p:spPr>
          <a:xfrm>
            <a:off x="2539407" y="3509042"/>
            <a:ext cx="553799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ISQRT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F8560-A650-9E36-82DA-6D5649A6C0D1}"/>
              </a:ext>
            </a:extLst>
          </p:cNvPr>
          <p:cNvSpPr/>
          <p:nvPr/>
        </p:nvSpPr>
        <p:spPr>
          <a:xfrm>
            <a:off x="3803813" y="3260319"/>
            <a:ext cx="565321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FDP #1</a:t>
            </a:r>
            <a:endParaRPr lang="en-CA" sz="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0914A-135B-535E-A4E6-CB047D1389AE}"/>
              </a:ext>
            </a:extLst>
          </p:cNvPr>
          <p:cNvSpPr/>
          <p:nvPr/>
        </p:nvSpPr>
        <p:spPr>
          <a:xfrm>
            <a:off x="5086778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FCU</a:t>
            </a:r>
            <a:endParaRPr lang="en-CA" sz="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36A42-A1EB-0562-B784-8E229D49CA6A}"/>
              </a:ext>
            </a:extLst>
          </p:cNvPr>
          <p:cNvSpPr/>
          <p:nvPr/>
        </p:nvSpPr>
        <p:spPr>
          <a:xfrm>
            <a:off x="5775135" y="3258021"/>
            <a:ext cx="62709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#0</a:t>
            </a:r>
            <a:endParaRPr lang="en-CA" sz="7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74D86D-B698-D078-FAC0-735B59942F5E}"/>
              </a:ext>
            </a:extLst>
          </p:cNvPr>
          <p:cNvSpPr/>
          <p:nvPr/>
        </p:nvSpPr>
        <p:spPr>
          <a:xfrm>
            <a:off x="6455303" y="3252985"/>
            <a:ext cx="62243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AGEN #1</a:t>
            </a:r>
            <a:endParaRPr lang="en-CA" sz="7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8498E8-92C8-F13C-33EB-F8E9FB749EAD}"/>
              </a:ext>
            </a:extLst>
          </p:cNvPr>
          <p:cNvSpPr/>
          <p:nvPr/>
        </p:nvSpPr>
        <p:spPr>
          <a:xfrm>
            <a:off x="7137299" y="3238469"/>
            <a:ext cx="64242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#0</a:t>
            </a:r>
            <a:endParaRPr lang="en-CA" sz="7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E7F9D1-8DF1-12C2-7700-CE06C68FF045}"/>
              </a:ext>
            </a:extLst>
          </p:cNvPr>
          <p:cNvSpPr/>
          <p:nvPr/>
        </p:nvSpPr>
        <p:spPr>
          <a:xfrm>
            <a:off x="7838630" y="3236364"/>
            <a:ext cx="638176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DRAM #1</a:t>
            </a:r>
            <a:endParaRPr lang="en-CA" sz="7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814D67-A90E-DB11-36FA-64E81BB2218A}"/>
              </a:ext>
            </a:extLst>
          </p:cNvPr>
          <p:cNvSpPr/>
          <p:nvPr/>
        </p:nvSpPr>
        <p:spPr>
          <a:xfrm>
            <a:off x="573589" y="2964466"/>
            <a:ext cx="11410794" cy="2849063"/>
          </a:xfrm>
          <a:prstGeom prst="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2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B75455-1537-CCE7-A134-6BACBDF6AB81}"/>
              </a:ext>
            </a:extLst>
          </p:cNvPr>
          <p:cNvSpPr/>
          <p:nvPr/>
        </p:nvSpPr>
        <p:spPr>
          <a:xfrm>
            <a:off x="581211" y="2159567"/>
            <a:ext cx="11372250" cy="3026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16:64 rotating mux/</a:t>
            </a:r>
            <a:r>
              <a:rPr lang="en-US" sz="1100" dirty="0" err="1"/>
              <a:t>demux</a:t>
            </a:r>
            <a:endParaRPr lang="en-CA" sz="1100" dirty="0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4E2F53D-544F-63C5-E91A-887CB965E6BD}"/>
              </a:ext>
            </a:extLst>
          </p:cNvPr>
          <p:cNvSpPr/>
          <p:nvPr/>
        </p:nvSpPr>
        <p:spPr>
          <a:xfrm>
            <a:off x="839645" y="247471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25707A37-2146-452E-0E55-34D2DD7327B7}"/>
              </a:ext>
            </a:extLst>
          </p:cNvPr>
          <p:cNvSpPr/>
          <p:nvPr/>
        </p:nvSpPr>
        <p:spPr>
          <a:xfrm>
            <a:off x="1405450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6" name="Arrow: Up-Down 35">
            <a:extLst>
              <a:ext uri="{FF2B5EF4-FFF2-40B4-BE49-F238E27FC236}">
                <a16:creationId xmlns:a16="http://schemas.microsoft.com/office/drawing/2014/main" id="{11E77748-3C95-E25C-76EF-D8273C5CE235}"/>
              </a:ext>
            </a:extLst>
          </p:cNvPr>
          <p:cNvSpPr/>
          <p:nvPr/>
        </p:nvSpPr>
        <p:spPr>
          <a:xfrm>
            <a:off x="2034371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  <a:endParaRPr lang="en-CA" sz="1000" dirty="0"/>
          </a:p>
        </p:txBody>
      </p:sp>
      <p:sp>
        <p:nvSpPr>
          <p:cNvPr id="37" name="Arrow: Up-Down 36">
            <a:extLst>
              <a:ext uri="{FF2B5EF4-FFF2-40B4-BE49-F238E27FC236}">
                <a16:creationId xmlns:a16="http://schemas.microsoft.com/office/drawing/2014/main" id="{BFEBD308-3329-3694-F8D8-055311DD8850}"/>
              </a:ext>
            </a:extLst>
          </p:cNvPr>
          <p:cNvSpPr/>
          <p:nvPr/>
        </p:nvSpPr>
        <p:spPr>
          <a:xfrm>
            <a:off x="2645124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endParaRPr lang="en-CA" sz="1000" dirty="0"/>
          </a:p>
        </p:txBody>
      </p:sp>
      <p:sp>
        <p:nvSpPr>
          <p:cNvPr id="38" name="Arrow: Up-Down 37">
            <a:extLst>
              <a:ext uri="{FF2B5EF4-FFF2-40B4-BE49-F238E27FC236}">
                <a16:creationId xmlns:a16="http://schemas.microsoft.com/office/drawing/2014/main" id="{5B781C08-EC3C-DA74-AC8B-933D83D07036}"/>
              </a:ext>
            </a:extLst>
          </p:cNvPr>
          <p:cNvSpPr/>
          <p:nvPr/>
        </p:nvSpPr>
        <p:spPr>
          <a:xfrm>
            <a:off x="4530552" y="245874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39" name="Arrow: Up-Down 38">
            <a:extLst>
              <a:ext uri="{FF2B5EF4-FFF2-40B4-BE49-F238E27FC236}">
                <a16:creationId xmlns:a16="http://schemas.microsoft.com/office/drawing/2014/main" id="{8AF02345-C9B1-B6BF-B7E9-41DDA4A6902F}"/>
              </a:ext>
            </a:extLst>
          </p:cNvPr>
          <p:cNvSpPr/>
          <p:nvPr/>
        </p:nvSpPr>
        <p:spPr>
          <a:xfrm>
            <a:off x="5198936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0" name="Arrow: Up-Down 39">
            <a:extLst>
              <a:ext uri="{FF2B5EF4-FFF2-40B4-BE49-F238E27FC236}">
                <a16:creationId xmlns:a16="http://schemas.microsoft.com/office/drawing/2014/main" id="{484CA597-998E-8D52-2E20-17E9EDFD37DF}"/>
              </a:ext>
            </a:extLst>
          </p:cNvPr>
          <p:cNvSpPr/>
          <p:nvPr/>
        </p:nvSpPr>
        <p:spPr>
          <a:xfrm>
            <a:off x="326645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  <a:endParaRPr lang="en-CA" sz="1000" dirty="0"/>
          </a:p>
        </p:txBody>
      </p:sp>
      <p:sp>
        <p:nvSpPr>
          <p:cNvPr id="41" name="Arrow: Up-Down 40">
            <a:extLst>
              <a:ext uri="{FF2B5EF4-FFF2-40B4-BE49-F238E27FC236}">
                <a16:creationId xmlns:a16="http://schemas.microsoft.com/office/drawing/2014/main" id="{62D03AFF-D0B3-BE37-A62E-0E325F813B5E}"/>
              </a:ext>
            </a:extLst>
          </p:cNvPr>
          <p:cNvSpPr/>
          <p:nvPr/>
        </p:nvSpPr>
        <p:spPr>
          <a:xfrm>
            <a:off x="3898504" y="246984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2" name="Arrow: Up-Down 41">
            <a:extLst>
              <a:ext uri="{FF2B5EF4-FFF2-40B4-BE49-F238E27FC236}">
                <a16:creationId xmlns:a16="http://schemas.microsoft.com/office/drawing/2014/main" id="{C9FFACE2-7D7C-FD95-7CF1-4CB0CBE5103F}"/>
              </a:ext>
            </a:extLst>
          </p:cNvPr>
          <p:cNvSpPr/>
          <p:nvPr/>
        </p:nvSpPr>
        <p:spPr>
          <a:xfrm>
            <a:off x="5883145" y="246870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3" name="Arrow: Up-Down 42">
            <a:extLst>
              <a:ext uri="{FF2B5EF4-FFF2-40B4-BE49-F238E27FC236}">
                <a16:creationId xmlns:a16="http://schemas.microsoft.com/office/drawing/2014/main" id="{19DD16B5-D0C6-56C6-6D1D-356BDF1FC148}"/>
              </a:ext>
            </a:extLst>
          </p:cNvPr>
          <p:cNvSpPr/>
          <p:nvPr/>
        </p:nvSpPr>
        <p:spPr>
          <a:xfrm>
            <a:off x="6547437" y="2466023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4" name="Arrow: Up-Down 43">
            <a:extLst>
              <a:ext uri="{FF2B5EF4-FFF2-40B4-BE49-F238E27FC236}">
                <a16:creationId xmlns:a16="http://schemas.microsoft.com/office/drawing/2014/main" id="{167BD157-E240-85AE-52D0-4AFE67280838}"/>
              </a:ext>
            </a:extLst>
          </p:cNvPr>
          <p:cNvSpPr/>
          <p:nvPr/>
        </p:nvSpPr>
        <p:spPr>
          <a:xfrm>
            <a:off x="7272308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5" name="Arrow: Up-Down 44">
            <a:extLst>
              <a:ext uri="{FF2B5EF4-FFF2-40B4-BE49-F238E27FC236}">
                <a16:creationId xmlns:a16="http://schemas.microsoft.com/office/drawing/2014/main" id="{172682AA-5277-427E-737F-654ABD6B1C6C}"/>
              </a:ext>
            </a:extLst>
          </p:cNvPr>
          <p:cNvSpPr/>
          <p:nvPr/>
        </p:nvSpPr>
        <p:spPr>
          <a:xfrm>
            <a:off x="7963978" y="2454509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6" name="Arrow: Up-Down 45">
            <a:extLst>
              <a:ext uri="{FF2B5EF4-FFF2-40B4-BE49-F238E27FC236}">
                <a16:creationId xmlns:a16="http://schemas.microsoft.com/office/drawing/2014/main" id="{25D4805F-00C2-A8C7-4B1F-08EC0AC68B4E}"/>
              </a:ext>
            </a:extLst>
          </p:cNvPr>
          <p:cNvSpPr/>
          <p:nvPr/>
        </p:nvSpPr>
        <p:spPr>
          <a:xfrm>
            <a:off x="5219449" y="1779727"/>
            <a:ext cx="297671" cy="36933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481544-3335-7F85-90A9-B756AF2C6056}"/>
              </a:ext>
            </a:extLst>
          </p:cNvPr>
          <p:cNvSpPr txBox="1"/>
          <p:nvPr/>
        </p:nvSpPr>
        <p:spPr>
          <a:xfrm>
            <a:off x="5527427" y="1770056"/>
            <a:ext cx="2355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from register file</a:t>
            </a:r>
            <a:endParaRPr lang="en-CA" dirty="0"/>
          </a:p>
        </p:txBody>
      </p:sp>
      <p:sp>
        <p:nvSpPr>
          <p:cNvPr id="61" name="Arrow: Down 60">
            <a:extLst>
              <a:ext uri="{FF2B5EF4-FFF2-40B4-BE49-F238E27FC236}">
                <a16:creationId xmlns:a16="http://schemas.microsoft.com/office/drawing/2014/main" id="{E77A8B29-734E-EC7F-F576-39843C2E7F94}"/>
              </a:ext>
            </a:extLst>
          </p:cNvPr>
          <p:cNvSpPr/>
          <p:nvPr/>
        </p:nvSpPr>
        <p:spPr>
          <a:xfrm>
            <a:off x="801128" y="4532551"/>
            <a:ext cx="412386" cy="4582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F11ED450-E4A5-82D3-797A-3FBDBD5B5A63}"/>
              </a:ext>
            </a:extLst>
          </p:cNvPr>
          <p:cNvSpPr/>
          <p:nvPr/>
        </p:nvSpPr>
        <p:spPr>
          <a:xfrm>
            <a:off x="1363130" y="34644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80B4887C-AC92-6545-FF32-3106C78F0D5C}"/>
              </a:ext>
            </a:extLst>
          </p:cNvPr>
          <p:cNvSpPr/>
          <p:nvPr/>
        </p:nvSpPr>
        <p:spPr>
          <a:xfrm>
            <a:off x="2004180" y="3468005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8CC4E98C-122B-753D-15C6-7409B9E8BB46}"/>
              </a:ext>
            </a:extLst>
          </p:cNvPr>
          <p:cNvSpPr/>
          <p:nvPr/>
        </p:nvSpPr>
        <p:spPr>
          <a:xfrm>
            <a:off x="2584031" y="4001084"/>
            <a:ext cx="412386" cy="9979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5" name="Arrow: Down 64">
            <a:extLst>
              <a:ext uri="{FF2B5EF4-FFF2-40B4-BE49-F238E27FC236}">
                <a16:creationId xmlns:a16="http://schemas.microsoft.com/office/drawing/2014/main" id="{951ABB06-5D96-AAE7-9FD3-EA359A5E8223}"/>
              </a:ext>
            </a:extLst>
          </p:cNvPr>
          <p:cNvSpPr/>
          <p:nvPr/>
        </p:nvSpPr>
        <p:spPr>
          <a:xfrm>
            <a:off x="3218917" y="3454137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6" name="Arrow: Down 65">
            <a:extLst>
              <a:ext uri="{FF2B5EF4-FFF2-40B4-BE49-F238E27FC236}">
                <a16:creationId xmlns:a16="http://schemas.microsoft.com/office/drawing/2014/main" id="{AB5F88CB-D03F-AE66-BD51-FBB1A8CD5B49}"/>
              </a:ext>
            </a:extLst>
          </p:cNvPr>
          <p:cNvSpPr/>
          <p:nvPr/>
        </p:nvSpPr>
        <p:spPr>
          <a:xfrm>
            <a:off x="3860103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7" name="Arrow: Down 66">
            <a:extLst>
              <a:ext uri="{FF2B5EF4-FFF2-40B4-BE49-F238E27FC236}">
                <a16:creationId xmlns:a16="http://schemas.microsoft.com/office/drawing/2014/main" id="{DAF83E3C-C7F5-1498-7118-082DC5426720}"/>
              </a:ext>
            </a:extLst>
          </p:cNvPr>
          <p:cNvSpPr/>
          <p:nvPr/>
        </p:nvSpPr>
        <p:spPr>
          <a:xfrm>
            <a:off x="4522598" y="3969003"/>
            <a:ext cx="412386" cy="1034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68" name="Arrow: Down 67">
            <a:extLst>
              <a:ext uri="{FF2B5EF4-FFF2-40B4-BE49-F238E27FC236}">
                <a16:creationId xmlns:a16="http://schemas.microsoft.com/office/drawing/2014/main" id="{15F2B693-EEDB-034A-111E-FB5F74852603}"/>
              </a:ext>
            </a:extLst>
          </p:cNvPr>
          <p:cNvSpPr/>
          <p:nvPr/>
        </p:nvSpPr>
        <p:spPr>
          <a:xfrm>
            <a:off x="5179946" y="3486670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69" name="Arrow: Down 68">
            <a:extLst>
              <a:ext uri="{FF2B5EF4-FFF2-40B4-BE49-F238E27FC236}">
                <a16:creationId xmlns:a16="http://schemas.microsoft.com/office/drawing/2014/main" id="{4D58C537-31EA-8880-0C4B-CF20D2ED8B32}"/>
              </a:ext>
            </a:extLst>
          </p:cNvPr>
          <p:cNvSpPr/>
          <p:nvPr/>
        </p:nvSpPr>
        <p:spPr>
          <a:xfrm>
            <a:off x="7927028" y="3466071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9BB8CC11-8D92-539C-E5E8-DAA6D4EFCA99}"/>
              </a:ext>
            </a:extLst>
          </p:cNvPr>
          <p:cNvSpPr/>
          <p:nvPr/>
        </p:nvSpPr>
        <p:spPr>
          <a:xfrm>
            <a:off x="7262643" y="347351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6F6109-CE91-55C0-CDE9-1FA0A55E1768}"/>
              </a:ext>
            </a:extLst>
          </p:cNvPr>
          <p:cNvSpPr/>
          <p:nvPr/>
        </p:nvSpPr>
        <p:spPr>
          <a:xfrm>
            <a:off x="550290" y="4986832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16 Flow through result queues (32 entry)</a:t>
            </a:r>
            <a:endParaRPr lang="en-CA" sz="11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89DFE8E-A4B4-4D09-D92F-B051C93C312D}"/>
              </a:ext>
            </a:extLst>
          </p:cNvPr>
          <p:cNvSpPr/>
          <p:nvPr/>
        </p:nvSpPr>
        <p:spPr>
          <a:xfrm>
            <a:off x="550290" y="5643997"/>
            <a:ext cx="11513606" cy="339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20:4 rotating multiplex</a:t>
            </a:r>
            <a:endParaRPr lang="en-CA" sz="1100" dirty="0"/>
          </a:p>
        </p:txBody>
      </p:sp>
      <p:sp>
        <p:nvSpPr>
          <p:cNvPr id="73" name="Arrow: Down 72">
            <a:extLst>
              <a:ext uri="{FF2B5EF4-FFF2-40B4-BE49-F238E27FC236}">
                <a16:creationId xmlns:a16="http://schemas.microsoft.com/office/drawing/2014/main" id="{9591EC54-63D4-66BF-6A61-348EBA5DF458}"/>
              </a:ext>
            </a:extLst>
          </p:cNvPr>
          <p:cNvSpPr/>
          <p:nvPr/>
        </p:nvSpPr>
        <p:spPr>
          <a:xfrm>
            <a:off x="4465097" y="531444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4" name="Arrow: Down 73">
            <a:extLst>
              <a:ext uri="{FF2B5EF4-FFF2-40B4-BE49-F238E27FC236}">
                <a16:creationId xmlns:a16="http://schemas.microsoft.com/office/drawing/2014/main" id="{4B9836E3-4F30-B303-77D3-E7C70ED48919}"/>
              </a:ext>
            </a:extLst>
          </p:cNvPr>
          <p:cNvSpPr/>
          <p:nvPr/>
        </p:nvSpPr>
        <p:spPr>
          <a:xfrm>
            <a:off x="4420334" y="5997454"/>
            <a:ext cx="3418296" cy="3183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4 results</a:t>
            </a:r>
            <a:endParaRPr lang="en-CA" sz="11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2A2CC6-130A-0169-AA3C-3244405DA334}"/>
              </a:ext>
            </a:extLst>
          </p:cNvPr>
          <p:cNvSpPr txBox="1"/>
          <p:nvPr/>
        </p:nvSpPr>
        <p:spPr>
          <a:xfrm>
            <a:off x="5061137" y="6286090"/>
            <a:ext cx="210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 to register file</a:t>
            </a:r>
            <a:endParaRPr lang="en-CA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CEC3892-632B-818B-78C4-59F223B66684}"/>
              </a:ext>
            </a:extLst>
          </p:cNvPr>
          <p:cNvCxnSpPr>
            <a:cxnSpLocks/>
          </p:cNvCxnSpPr>
          <p:nvPr/>
        </p:nvCxnSpPr>
        <p:spPr>
          <a:xfrm>
            <a:off x="550290" y="5571690"/>
            <a:ext cx="1151360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4FF6386-F641-CC75-0B08-39487717E665}"/>
              </a:ext>
            </a:extLst>
          </p:cNvPr>
          <p:cNvSpPr txBox="1"/>
          <p:nvPr/>
        </p:nvSpPr>
        <p:spPr>
          <a:xfrm>
            <a:off x="367874" y="5346882"/>
            <a:ext cx="1297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Pipeline Register</a:t>
            </a:r>
            <a:endParaRPr lang="en-CA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658078-6571-A2AC-B706-BC5A4D49B71C}"/>
              </a:ext>
            </a:extLst>
          </p:cNvPr>
          <p:cNvSpPr txBox="1"/>
          <p:nvPr/>
        </p:nvSpPr>
        <p:spPr>
          <a:xfrm>
            <a:off x="8114290" y="334104"/>
            <a:ext cx="3001143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SAU: Simple Arithmetic Unit (integer and float)</a:t>
            </a:r>
          </a:p>
          <a:p>
            <a:r>
              <a:rPr lang="en-US" sz="1000" dirty="0"/>
              <a:t>IMUL: Integer multiplier</a:t>
            </a:r>
          </a:p>
          <a:p>
            <a:r>
              <a:rPr lang="en-US" sz="1000" dirty="0"/>
              <a:t>IDIV: Integer Divider</a:t>
            </a:r>
          </a:p>
          <a:p>
            <a:r>
              <a:rPr lang="en-US" sz="1000" dirty="0"/>
              <a:t>FMA: Floating-point multiply and add</a:t>
            </a:r>
          </a:p>
          <a:p>
            <a:r>
              <a:rPr lang="en-US" sz="1000" dirty="0"/>
              <a:t>TRIG: Floating-point trig, divide and square root</a:t>
            </a:r>
          </a:p>
          <a:p>
            <a:r>
              <a:rPr lang="en-US" sz="1000" dirty="0"/>
              <a:t>FCU: Flow control unit (branch unit)</a:t>
            </a:r>
          </a:p>
          <a:p>
            <a:r>
              <a:rPr lang="en-US" sz="1000" dirty="0"/>
              <a:t>AGEN: Address generator</a:t>
            </a:r>
          </a:p>
          <a:p>
            <a:r>
              <a:rPr lang="en-US" sz="1000" dirty="0"/>
              <a:t>DRAM: Data cache control logic</a:t>
            </a:r>
          </a:p>
          <a:p>
            <a:endParaRPr lang="en-US" sz="1000" dirty="0"/>
          </a:p>
          <a:p>
            <a:r>
              <a:rPr lang="en-US" sz="1000" dirty="0"/>
              <a:t>Read ports are packed into a vector containing only</a:t>
            </a:r>
          </a:p>
          <a:p>
            <a:r>
              <a:rPr lang="en-US" sz="1000" dirty="0"/>
              <a:t>source operands that need reading.</a:t>
            </a:r>
            <a:endParaRPr lang="en-CA" sz="1000" dirty="0"/>
          </a:p>
        </p:txBody>
      </p:sp>
      <p:sp>
        <p:nvSpPr>
          <p:cNvPr id="80" name="Arrow: Up-Down 79">
            <a:extLst>
              <a:ext uri="{FF2B5EF4-FFF2-40B4-BE49-F238E27FC236}">
                <a16:creationId xmlns:a16="http://schemas.microsoft.com/office/drawing/2014/main" id="{23031C47-9C51-2E3C-8044-86E760B0C279}"/>
              </a:ext>
            </a:extLst>
          </p:cNvPr>
          <p:cNvSpPr/>
          <p:nvPr/>
        </p:nvSpPr>
        <p:spPr>
          <a:xfrm>
            <a:off x="8715764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358B07E1-F8AC-5A1E-64F8-01F9710B3DA6}"/>
              </a:ext>
            </a:extLst>
          </p:cNvPr>
          <p:cNvSpPr/>
          <p:nvPr/>
        </p:nvSpPr>
        <p:spPr>
          <a:xfrm>
            <a:off x="8694159" y="3450288"/>
            <a:ext cx="412386" cy="15334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5101C1-E541-D542-199F-C5DB73595420}"/>
              </a:ext>
            </a:extLst>
          </p:cNvPr>
          <p:cNvSpPr txBox="1"/>
          <p:nvPr/>
        </p:nvSpPr>
        <p:spPr>
          <a:xfrm>
            <a:off x="1051017" y="4566917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E520EF-4343-E99C-087F-0232C7BC6D24}"/>
              </a:ext>
            </a:extLst>
          </p:cNvPr>
          <p:cNvSpPr txBox="1"/>
          <p:nvPr/>
        </p:nvSpPr>
        <p:spPr>
          <a:xfrm>
            <a:off x="1589784" y="426215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8FB1DF9-D495-C990-6566-49EAD69A86AB}"/>
              </a:ext>
            </a:extLst>
          </p:cNvPr>
          <p:cNvSpPr txBox="1"/>
          <p:nvPr/>
        </p:nvSpPr>
        <p:spPr>
          <a:xfrm>
            <a:off x="2241844" y="4249015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4</a:t>
            </a:r>
            <a:endParaRPr lang="en-CA" sz="5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D1C316-B5D7-51AD-7A45-655722475189}"/>
              </a:ext>
            </a:extLst>
          </p:cNvPr>
          <p:cNvSpPr txBox="1"/>
          <p:nvPr/>
        </p:nvSpPr>
        <p:spPr>
          <a:xfrm>
            <a:off x="3471446" y="4249471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7226EE-43AD-3F0F-0A0E-8ECA87874481}"/>
              </a:ext>
            </a:extLst>
          </p:cNvPr>
          <p:cNvSpPr txBox="1"/>
          <p:nvPr/>
        </p:nvSpPr>
        <p:spPr>
          <a:xfrm>
            <a:off x="4106332" y="4240248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8</a:t>
            </a:r>
            <a:endParaRPr lang="en-CA" sz="5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E8870B3-430D-D283-D86C-4C514A5BF941}"/>
              </a:ext>
            </a:extLst>
          </p:cNvPr>
          <p:cNvSpPr txBox="1"/>
          <p:nvPr/>
        </p:nvSpPr>
        <p:spPr>
          <a:xfrm>
            <a:off x="4761541" y="4248137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D0E5963-C409-D8AD-920C-2D8AB5A17E9C}"/>
              </a:ext>
            </a:extLst>
          </p:cNvPr>
          <p:cNvSpPr txBox="1"/>
          <p:nvPr/>
        </p:nvSpPr>
        <p:spPr>
          <a:xfrm>
            <a:off x="5683502" y="3454192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1</a:t>
            </a:r>
            <a:endParaRPr lang="en-CA" sz="5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81DFDA-4CD0-5C12-2298-C7B2CE37957D}"/>
              </a:ext>
            </a:extLst>
          </p:cNvPr>
          <p:cNvSpPr txBox="1"/>
          <p:nvPr/>
        </p:nvSpPr>
        <p:spPr>
          <a:xfrm>
            <a:off x="8956101" y="4140573"/>
            <a:ext cx="335348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3</a:t>
            </a:r>
            <a:endParaRPr lang="en-CA" sz="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88EC9D-8895-9EB8-CB82-C39049FDD38D}"/>
              </a:ext>
            </a:extLst>
          </p:cNvPr>
          <p:cNvSpPr txBox="1"/>
          <p:nvPr/>
        </p:nvSpPr>
        <p:spPr>
          <a:xfrm>
            <a:off x="2831086" y="4260694"/>
            <a:ext cx="365806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Lat: ??</a:t>
            </a:r>
            <a:endParaRPr lang="en-CA" sz="5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481DB56-C5C9-7AC4-0EE9-D297C341DF43}"/>
              </a:ext>
            </a:extLst>
          </p:cNvPr>
          <p:cNvSpPr/>
          <p:nvPr/>
        </p:nvSpPr>
        <p:spPr>
          <a:xfrm>
            <a:off x="9340340" y="3238921"/>
            <a:ext cx="61549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Neural Network</a:t>
            </a:r>
          </a:p>
          <a:p>
            <a:pPr algn="ctr"/>
            <a:r>
              <a:rPr lang="en-US" sz="700" dirty="0"/>
              <a:t>16 parallel neurons</a:t>
            </a:r>
            <a:endParaRPr lang="en-CA" sz="700" dirty="0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DB92EDD2-6E78-2318-1091-5B24DD3F35EA}"/>
              </a:ext>
            </a:extLst>
          </p:cNvPr>
          <p:cNvSpPr/>
          <p:nvPr/>
        </p:nvSpPr>
        <p:spPr>
          <a:xfrm>
            <a:off x="9474440" y="2448574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C9B770E9-9E36-BC7B-CD3A-649836BF1379}"/>
              </a:ext>
            </a:extLst>
          </p:cNvPr>
          <p:cNvSpPr/>
          <p:nvPr/>
        </p:nvSpPr>
        <p:spPr>
          <a:xfrm>
            <a:off x="9451831" y="3780849"/>
            <a:ext cx="412386" cy="120724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DDCB0D-07E3-F8C0-A2F8-13C02CA1A8B4}"/>
              </a:ext>
            </a:extLst>
          </p:cNvPr>
          <p:cNvSpPr/>
          <p:nvPr/>
        </p:nvSpPr>
        <p:spPr>
          <a:xfrm>
            <a:off x="4990744" y="845932"/>
            <a:ext cx="720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Port Packing</a:t>
            </a:r>
            <a:endParaRPr lang="en-CA" sz="700" dirty="0"/>
          </a:p>
        </p:txBody>
      </p:sp>
      <p:sp>
        <p:nvSpPr>
          <p:cNvPr id="30" name="Arrow: Up-Down 29">
            <a:extLst>
              <a:ext uri="{FF2B5EF4-FFF2-40B4-BE49-F238E27FC236}">
                <a16:creationId xmlns:a16="http://schemas.microsoft.com/office/drawing/2014/main" id="{44EB0E90-3C35-259C-59F8-3056456FD5B3}"/>
              </a:ext>
            </a:extLst>
          </p:cNvPr>
          <p:cNvSpPr/>
          <p:nvPr/>
        </p:nvSpPr>
        <p:spPr>
          <a:xfrm>
            <a:off x="5251488" y="1044471"/>
            <a:ext cx="212826" cy="33736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16</a:t>
            </a:r>
            <a:endParaRPr lang="en-CA" sz="1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F0C49-D56C-37EF-6204-191B87F32ACB}"/>
              </a:ext>
            </a:extLst>
          </p:cNvPr>
          <p:cNvSpPr txBox="1"/>
          <p:nvPr/>
        </p:nvSpPr>
        <p:spPr>
          <a:xfrm>
            <a:off x="559296" y="813854"/>
            <a:ext cx="364314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Rotating muxes change the read/write port priority every clock cycle to prevent ports from starving.</a:t>
            </a:r>
          </a:p>
          <a:p>
            <a:endParaRPr lang="en-US" sz="1100" dirty="0"/>
          </a:p>
          <a:p>
            <a:r>
              <a:rPr lang="en-US" sz="1100" dirty="0"/>
              <a:t>There is bypassing from register file inputs to reservation stations.</a:t>
            </a:r>
          </a:p>
          <a:p>
            <a:endParaRPr lang="en-US" sz="1100" dirty="0"/>
          </a:p>
          <a:p>
            <a:r>
              <a:rPr lang="en-US" sz="1100" dirty="0"/>
              <a:t>Reservation stations have three entry input queues.</a:t>
            </a:r>
            <a:endParaRPr lang="en-CA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68DA46-1AA2-CE2E-542C-0AB89CE5CBE1}"/>
              </a:ext>
            </a:extLst>
          </p:cNvPr>
          <p:cNvSpPr/>
          <p:nvPr/>
        </p:nvSpPr>
        <p:spPr>
          <a:xfrm>
            <a:off x="10017514" y="3250033"/>
            <a:ext cx="491354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Crypto</a:t>
            </a:r>
            <a:endParaRPr lang="en-CA" sz="700" dirty="0"/>
          </a:p>
        </p:txBody>
      </p:sp>
      <p:sp>
        <p:nvSpPr>
          <p:cNvPr id="78" name="Arrow: Up-Down 77">
            <a:extLst>
              <a:ext uri="{FF2B5EF4-FFF2-40B4-BE49-F238E27FC236}">
                <a16:creationId xmlns:a16="http://schemas.microsoft.com/office/drawing/2014/main" id="{5AA53529-B298-EF3D-BEB2-1D4443ECAF4C}"/>
              </a:ext>
            </a:extLst>
          </p:cNvPr>
          <p:cNvSpPr/>
          <p:nvPr/>
        </p:nvSpPr>
        <p:spPr>
          <a:xfrm>
            <a:off x="10063046" y="2455407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94" name="Arrow: Down 93">
            <a:extLst>
              <a:ext uri="{FF2B5EF4-FFF2-40B4-BE49-F238E27FC236}">
                <a16:creationId xmlns:a16="http://schemas.microsoft.com/office/drawing/2014/main" id="{2B9C3FDD-E935-4F8F-A3B4-D03E1AE89E70}"/>
              </a:ext>
            </a:extLst>
          </p:cNvPr>
          <p:cNvSpPr/>
          <p:nvPr/>
        </p:nvSpPr>
        <p:spPr>
          <a:xfrm>
            <a:off x="10063046" y="3481913"/>
            <a:ext cx="412386" cy="149325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18A4B9F-614C-0A8D-0E5A-11F2715FEFA7}"/>
              </a:ext>
            </a:extLst>
          </p:cNvPr>
          <p:cNvSpPr/>
          <p:nvPr/>
        </p:nvSpPr>
        <p:spPr>
          <a:xfrm>
            <a:off x="4530552" y="1382885"/>
            <a:ext cx="1598322" cy="3717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Register File Read</a:t>
            </a:r>
            <a:endParaRPr lang="en-CA" sz="7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A1A0868-613A-7356-225A-7748D7DD9C03}"/>
              </a:ext>
            </a:extLst>
          </p:cNvPr>
          <p:cNvSpPr txBox="1"/>
          <p:nvPr/>
        </p:nvSpPr>
        <p:spPr>
          <a:xfrm>
            <a:off x="5563456" y="3890196"/>
            <a:ext cx="15553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Reservation Stations</a:t>
            </a:r>
            <a:endParaRPr lang="en-CA" sz="1200" dirty="0"/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1F93285-5143-E06F-5514-FC1C3854AE4E}"/>
              </a:ext>
            </a:extLst>
          </p:cNvPr>
          <p:cNvCxnSpPr/>
          <p:nvPr/>
        </p:nvCxnSpPr>
        <p:spPr>
          <a:xfrm flipV="1">
            <a:off x="6547437" y="3517218"/>
            <a:ext cx="138625" cy="342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342B8BB-585D-7B3C-4B3B-56191BF22736}"/>
              </a:ext>
            </a:extLst>
          </p:cNvPr>
          <p:cNvCxnSpPr/>
          <p:nvPr/>
        </p:nvCxnSpPr>
        <p:spPr>
          <a:xfrm flipV="1">
            <a:off x="6833704" y="3538830"/>
            <a:ext cx="371061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C788CD4-DE31-AEDD-1B6C-A0EE6B0EEA7A}"/>
              </a:ext>
            </a:extLst>
          </p:cNvPr>
          <p:cNvCxnSpPr/>
          <p:nvPr/>
        </p:nvCxnSpPr>
        <p:spPr>
          <a:xfrm flipV="1">
            <a:off x="6179930" y="3538830"/>
            <a:ext cx="0" cy="3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A961A69D-8F94-0A24-1763-92B5BC676AF9}"/>
              </a:ext>
            </a:extLst>
          </p:cNvPr>
          <p:cNvCxnSpPr/>
          <p:nvPr/>
        </p:nvCxnSpPr>
        <p:spPr>
          <a:xfrm flipH="1" flipV="1">
            <a:off x="5592332" y="3502640"/>
            <a:ext cx="236000" cy="400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0368FDF-06CC-5DB3-E45A-CFB9D5FE4C3F}"/>
              </a:ext>
            </a:extLst>
          </p:cNvPr>
          <p:cNvSpPr/>
          <p:nvPr/>
        </p:nvSpPr>
        <p:spPr>
          <a:xfrm>
            <a:off x="10554155" y="3250750"/>
            <a:ext cx="55388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Graphics</a:t>
            </a:r>
            <a:endParaRPr lang="en-CA" sz="700" dirty="0"/>
          </a:p>
        </p:txBody>
      </p:sp>
      <p:sp>
        <p:nvSpPr>
          <p:cNvPr id="107" name="Arrow: Up-Down 106">
            <a:extLst>
              <a:ext uri="{FF2B5EF4-FFF2-40B4-BE49-F238E27FC236}">
                <a16:creationId xmlns:a16="http://schemas.microsoft.com/office/drawing/2014/main" id="{0B3BB0DD-364C-9C0A-D374-2C3A40385486}"/>
              </a:ext>
            </a:extLst>
          </p:cNvPr>
          <p:cNvSpPr/>
          <p:nvPr/>
        </p:nvSpPr>
        <p:spPr>
          <a:xfrm>
            <a:off x="10644763" y="2463631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109" name="Arrow: Down 108">
            <a:extLst>
              <a:ext uri="{FF2B5EF4-FFF2-40B4-BE49-F238E27FC236}">
                <a16:creationId xmlns:a16="http://schemas.microsoft.com/office/drawing/2014/main" id="{6FBE0B35-0304-3DC6-3097-3C12B2CB2125}"/>
              </a:ext>
            </a:extLst>
          </p:cNvPr>
          <p:cNvSpPr/>
          <p:nvPr/>
        </p:nvSpPr>
        <p:spPr>
          <a:xfrm>
            <a:off x="10614525" y="3788829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CA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522A12-A492-6A1C-4438-ABFA464B5CC0}"/>
              </a:ext>
            </a:extLst>
          </p:cNvPr>
          <p:cNvSpPr/>
          <p:nvPr/>
        </p:nvSpPr>
        <p:spPr>
          <a:xfrm>
            <a:off x="11158799" y="3258021"/>
            <a:ext cx="706314" cy="532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Capabilities</a:t>
            </a:r>
            <a:endParaRPr lang="en-CA" sz="700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FB420181-00EB-476F-E8E1-511C1E684828}"/>
              </a:ext>
            </a:extLst>
          </p:cNvPr>
          <p:cNvSpPr/>
          <p:nvPr/>
        </p:nvSpPr>
        <p:spPr>
          <a:xfrm>
            <a:off x="11293701" y="3795514"/>
            <a:ext cx="412386" cy="11949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CA" dirty="0"/>
          </a:p>
        </p:txBody>
      </p:sp>
      <p:sp>
        <p:nvSpPr>
          <p:cNvPr id="28" name="Arrow: Up-Down 27">
            <a:extLst>
              <a:ext uri="{FF2B5EF4-FFF2-40B4-BE49-F238E27FC236}">
                <a16:creationId xmlns:a16="http://schemas.microsoft.com/office/drawing/2014/main" id="{11D3DA34-9AD0-64AB-B290-A53E3F8CB104}"/>
              </a:ext>
            </a:extLst>
          </p:cNvPr>
          <p:cNvSpPr/>
          <p:nvPr/>
        </p:nvSpPr>
        <p:spPr>
          <a:xfrm>
            <a:off x="11140360" y="2470295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48" name="Arrow: Up-Down 47">
            <a:extLst>
              <a:ext uri="{FF2B5EF4-FFF2-40B4-BE49-F238E27FC236}">
                <a16:creationId xmlns:a16="http://schemas.microsoft.com/office/drawing/2014/main" id="{93F6DCD7-0DCD-999B-1D94-DD1C827A5C8D}"/>
              </a:ext>
            </a:extLst>
          </p:cNvPr>
          <p:cNvSpPr/>
          <p:nvPr/>
        </p:nvSpPr>
        <p:spPr>
          <a:xfrm>
            <a:off x="11536017" y="2473260"/>
            <a:ext cx="340139" cy="76862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CA" sz="1000" dirty="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B08F64-0CD3-8980-398C-ADBA3AB49225}"/>
              </a:ext>
            </a:extLst>
          </p:cNvPr>
          <p:cNvSpPr/>
          <p:nvPr/>
        </p:nvSpPr>
        <p:spPr>
          <a:xfrm>
            <a:off x="2494049" y="3777576"/>
            <a:ext cx="657348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/>
              <a:t>Hardware Queues</a:t>
            </a:r>
            <a:endParaRPr lang="en-CA" sz="700" dirty="0"/>
          </a:p>
        </p:txBody>
      </p:sp>
    </p:spTree>
    <p:extLst>
      <p:ext uri="{BB962C8B-B14F-4D97-AF65-F5344CB8AC3E}">
        <p14:creationId xmlns:p14="http://schemas.microsoft.com/office/powerpoint/2010/main" val="3493996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76A82-092D-CF16-A768-4B843A414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3" y="64807"/>
            <a:ext cx="10515600" cy="1325563"/>
          </a:xfrm>
        </p:spPr>
        <p:txBody>
          <a:bodyPr/>
          <a:lstStyle/>
          <a:p>
            <a:r>
              <a:rPr lang="en-US" dirty="0"/>
              <a:t>Qupls2026: Reservation Stations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954E2B-447A-3F7A-0FC3-E6CAE451E1D5}"/>
              </a:ext>
            </a:extLst>
          </p:cNvPr>
          <p:cNvSpPr/>
          <p:nvPr/>
        </p:nvSpPr>
        <p:spPr>
          <a:xfrm>
            <a:off x="701133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55EF9-E535-BB32-A603-315D68A4CF9D}"/>
              </a:ext>
            </a:extLst>
          </p:cNvPr>
          <p:cNvSpPr/>
          <p:nvPr/>
        </p:nvSpPr>
        <p:spPr>
          <a:xfrm>
            <a:off x="2079618" y="3085159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53A54E-9958-C86D-AFF0-6DF07F6D11E5}"/>
              </a:ext>
            </a:extLst>
          </p:cNvPr>
          <p:cNvSpPr/>
          <p:nvPr/>
        </p:nvSpPr>
        <p:spPr>
          <a:xfrm>
            <a:off x="345810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29C90-9E5D-09FF-C54D-5686CF22F15D}"/>
              </a:ext>
            </a:extLst>
          </p:cNvPr>
          <p:cNvSpPr/>
          <p:nvPr/>
        </p:nvSpPr>
        <p:spPr>
          <a:xfrm>
            <a:off x="4827492" y="3085159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55BF0-D12E-9A47-9CAD-7AD610798C73}"/>
              </a:ext>
            </a:extLst>
          </p:cNvPr>
          <p:cNvSpPr/>
          <p:nvPr/>
        </p:nvSpPr>
        <p:spPr>
          <a:xfrm>
            <a:off x="643707" y="2813489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#1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98CC17-9D06-901F-3C9C-8A12A1EBB6B7}"/>
              </a:ext>
            </a:extLst>
          </p:cNvPr>
          <p:cNvSpPr/>
          <p:nvPr/>
        </p:nvSpPr>
        <p:spPr>
          <a:xfrm>
            <a:off x="701133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1B46AF-FFB7-C943-5143-303058ED2177}"/>
              </a:ext>
            </a:extLst>
          </p:cNvPr>
          <p:cNvSpPr/>
          <p:nvPr/>
        </p:nvSpPr>
        <p:spPr>
          <a:xfrm>
            <a:off x="2079618" y="4174046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87AFF-4B81-57CD-C80A-3A45635AEDCE}"/>
              </a:ext>
            </a:extLst>
          </p:cNvPr>
          <p:cNvSpPr/>
          <p:nvPr/>
        </p:nvSpPr>
        <p:spPr>
          <a:xfrm>
            <a:off x="345810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73CF43-E767-12EB-0CA2-01FC0DA056FA}"/>
              </a:ext>
            </a:extLst>
          </p:cNvPr>
          <p:cNvSpPr/>
          <p:nvPr/>
        </p:nvSpPr>
        <p:spPr>
          <a:xfrm>
            <a:off x="4827492" y="4174046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EF87FE-1F84-5C9D-BDA3-2C56432EBBA3}"/>
              </a:ext>
            </a:extLst>
          </p:cNvPr>
          <p:cNvSpPr/>
          <p:nvPr/>
        </p:nvSpPr>
        <p:spPr>
          <a:xfrm>
            <a:off x="643707" y="3902376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#2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BD3838-BBDB-84C4-AD94-659C06006C1C}"/>
              </a:ext>
            </a:extLst>
          </p:cNvPr>
          <p:cNvSpPr/>
          <p:nvPr/>
        </p:nvSpPr>
        <p:spPr>
          <a:xfrm>
            <a:off x="701133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#1</a:t>
            </a:r>
            <a:endParaRPr lang="en-CA" sz="11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572CD2-600D-3953-1A11-0F4FD1D662D2}"/>
              </a:ext>
            </a:extLst>
          </p:cNvPr>
          <p:cNvSpPr/>
          <p:nvPr/>
        </p:nvSpPr>
        <p:spPr>
          <a:xfrm>
            <a:off x="2079618" y="5262933"/>
            <a:ext cx="1307548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#2</a:t>
            </a:r>
            <a:endParaRPr lang="en-CA" sz="11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1C4564-E4BA-2915-6206-89E01FF3C157}"/>
              </a:ext>
            </a:extLst>
          </p:cNvPr>
          <p:cNvSpPr/>
          <p:nvPr/>
        </p:nvSpPr>
        <p:spPr>
          <a:xfrm>
            <a:off x="345810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#3</a:t>
            </a:r>
            <a:endParaRPr lang="en-CA" sz="11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8AAAC-D734-A25E-54BD-D9F10ECD2BCB}"/>
              </a:ext>
            </a:extLst>
          </p:cNvPr>
          <p:cNvSpPr/>
          <p:nvPr/>
        </p:nvSpPr>
        <p:spPr>
          <a:xfrm>
            <a:off x="4827492" y="5262933"/>
            <a:ext cx="1298454" cy="228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Operand Latch #4</a:t>
            </a:r>
            <a:endParaRPr lang="en-CA" sz="11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914D81-351C-9715-996D-D351355B0C9A}"/>
              </a:ext>
            </a:extLst>
          </p:cNvPr>
          <p:cNvSpPr/>
          <p:nvPr/>
        </p:nvSpPr>
        <p:spPr>
          <a:xfrm>
            <a:off x="643707" y="4991263"/>
            <a:ext cx="5546293" cy="654749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Queue Entry #3</a:t>
            </a:r>
            <a:endParaRPr lang="en-CA" sz="1200" dirty="0">
              <a:solidFill>
                <a:schemeClr val="tx1"/>
              </a:solidFill>
            </a:endParaRPr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929D795E-7D96-2BDD-2B15-8851834D25D3}"/>
              </a:ext>
            </a:extLst>
          </p:cNvPr>
          <p:cNvSpPr/>
          <p:nvPr/>
        </p:nvSpPr>
        <p:spPr>
          <a:xfrm rot="5400000">
            <a:off x="5676753" y="3944487"/>
            <a:ext cx="2832524" cy="570529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3:1 mux</a:t>
            </a:r>
            <a:endParaRPr lang="en-CA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DF85E75-D397-4A14-DEC2-05368A25CF0E}"/>
              </a:ext>
            </a:extLst>
          </p:cNvPr>
          <p:cNvSpPr/>
          <p:nvPr/>
        </p:nvSpPr>
        <p:spPr>
          <a:xfrm>
            <a:off x="7378280" y="398743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9F6B381-9265-D55C-C89D-5AB15A169578}"/>
              </a:ext>
            </a:extLst>
          </p:cNvPr>
          <p:cNvSpPr/>
          <p:nvPr/>
        </p:nvSpPr>
        <p:spPr>
          <a:xfrm>
            <a:off x="6196882" y="2898547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205E3F5-C275-FE86-0CDB-B1FBC2C1E576}"/>
              </a:ext>
            </a:extLst>
          </p:cNvPr>
          <p:cNvSpPr/>
          <p:nvPr/>
        </p:nvSpPr>
        <p:spPr>
          <a:xfrm>
            <a:off x="6190000" y="3987434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42184D23-A98B-E99E-AFB4-73CD36A59F16}"/>
              </a:ext>
            </a:extLst>
          </p:cNvPr>
          <p:cNvSpPr/>
          <p:nvPr/>
        </p:nvSpPr>
        <p:spPr>
          <a:xfrm>
            <a:off x="6190000" y="5076321"/>
            <a:ext cx="61086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728B52-0D23-9B07-B1EA-A00181E41FE1}"/>
              </a:ext>
            </a:extLst>
          </p:cNvPr>
          <p:cNvSpPr txBox="1"/>
          <p:nvPr/>
        </p:nvSpPr>
        <p:spPr>
          <a:xfrm>
            <a:off x="8442241" y="3902376"/>
            <a:ext cx="1973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Operands</a:t>
            </a:r>
          </a:p>
          <a:p>
            <a:r>
              <a:rPr lang="en-US" dirty="0"/>
              <a:t>To Functional Unit</a:t>
            </a:r>
            <a:endParaRPr lang="en-CA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018E69C-705E-4D64-316A-36575E0073ED}"/>
              </a:ext>
            </a:extLst>
          </p:cNvPr>
          <p:cNvSpPr/>
          <p:nvPr/>
        </p:nvSpPr>
        <p:spPr>
          <a:xfrm>
            <a:off x="13902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8A934254-93B2-C64F-DE84-6477009B256D}"/>
              </a:ext>
            </a:extLst>
          </p:cNvPr>
          <p:cNvSpPr/>
          <p:nvPr/>
        </p:nvSpPr>
        <p:spPr>
          <a:xfrm>
            <a:off x="3083645" y="182450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172B27-3618-75CC-E11C-0B939FA38D45}"/>
              </a:ext>
            </a:extLst>
          </p:cNvPr>
          <p:cNvSpPr txBox="1"/>
          <p:nvPr/>
        </p:nvSpPr>
        <p:spPr>
          <a:xfrm>
            <a:off x="804406" y="1447054"/>
            <a:ext cx="179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Bypass Network</a:t>
            </a:r>
            <a:endParaRPr lang="en-CA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589F54-267A-CC39-8888-2439935BCBA6}"/>
              </a:ext>
            </a:extLst>
          </p:cNvPr>
          <p:cNvSpPr txBox="1"/>
          <p:nvPr/>
        </p:nvSpPr>
        <p:spPr>
          <a:xfrm>
            <a:off x="2585537" y="1453859"/>
            <a:ext cx="1521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File</a:t>
            </a:r>
            <a:endParaRPr lang="en-CA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BA8278-6C4B-8B6F-3397-A3E153371543}"/>
              </a:ext>
            </a:extLst>
          </p:cNvPr>
          <p:cNvSpPr txBox="1"/>
          <p:nvPr/>
        </p:nvSpPr>
        <p:spPr>
          <a:xfrm>
            <a:off x="7740669" y="1020694"/>
            <a:ext cx="3611477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 request is made to the register file to fetch values that have not been latched yet.</a:t>
            </a:r>
          </a:p>
          <a:p>
            <a:endParaRPr lang="en-US" sz="1100" dirty="0"/>
          </a:p>
          <a:p>
            <a:r>
              <a:rPr lang="en-US" sz="1100" dirty="0"/>
              <a:t>Operand latches are filled from either the register file or the results bypassing network as available.</a:t>
            </a:r>
          </a:p>
          <a:p>
            <a:endParaRPr lang="en-US" sz="1100" dirty="0"/>
          </a:p>
          <a:p>
            <a:r>
              <a:rPr lang="en-US" sz="1100" dirty="0"/>
              <a:t>Once all operands are valid for a queue entry, the instruction may be scheduled to go to the functional unit. The functional unit must also be ready to accept a new operation.</a:t>
            </a:r>
          </a:p>
          <a:p>
            <a:endParaRPr lang="en-US" sz="1100" dirty="0"/>
          </a:p>
          <a:p>
            <a:r>
              <a:rPr lang="en-US" sz="1100" dirty="0"/>
              <a:t>Once the queue entry has gone to the functional unit it is marked available for a new instruction.</a:t>
            </a:r>
            <a:endParaRPr lang="en-CA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EFB8A0-EDFE-668D-C31C-2660889B30B0}"/>
              </a:ext>
            </a:extLst>
          </p:cNvPr>
          <p:cNvSpPr/>
          <p:nvPr/>
        </p:nvSpPr>
        <p:spPr>
          <a:xfrm>
            <a:off x="8376002" y="5720002"/>
            <a:ext cx="1317812" cy="6359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Scheduler</a:t>
            </a:r>
            <a:endParaRPr lang="en-CA" dirty="0"/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3341695D-A663-FD9E-1497-FA8609A3EB98}"/>
              </a:ext>
            </a:extLst>
          </p:cNvPr>
          <p:cNvSpPr/>
          <p:nvPr/>
        </p:nvSpPr>
        <p:spPr>
          <a:xfrm rot="10800000">
            <a:off x="4933101" y="184075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180A55-32E0-7DED-BF42-A7CB477B3716}"/>
              </a:ext>
            </a:extLst>
          </p:cNvPr>
          <p:cNvSpPr txBox="1"/>
          <p:nvPr/>
        </p:nvSpPr>
        <p:spPr>
          <a:xfrm>
            <a:off x="4180766" y="1452732"/>
            <a:ext cx="2473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Register Read Request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8516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B7A507-0B6D-6C1F-0AE0-BAA6239F0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565" y="0"/>
            <a:ext cx="5720869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E199E5-4BC0-E848-B91D-06C5DD2E487F}"/>
              </a:ext>
            </a:extLst>
          </p:cNvPr>
          <p:cNvSpPr txBox="1"/>
          <p:nvPr/>
        </p:nvSpPr>
        <p:spPr>
          <a:xfrm>
            <a:off x="283464" y="466344"/>
            <a:ext cx="2455319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Root Opcode Map</a:t>
            </a:r>
          </a:p>
          <a:p>
            <a:r>
              <a:rPr lang="en-US" sz="1200" dirty="0"/>
              <a:t>Orange = control</a:t>
            </a:r>
          </a:p>
          <a:p>
            <a:r>
              <a:rPr lang="en-US" sz="1200" dirty="0"/>
              <a:t>Yellow = capabilities</a:t>
            </a:r>
          </a:p>
          <a:p>
            <a:r>
              <a:rPr lang="en-US" sz="1200" dirty="0"/>
              <a:t>Grey = arithmetic</a:t>
            </a:r>
          </a:p>
          <a:p>
            <a:r>
              <a:rPr lang="en-US" sz="1200" dirty="0"/>
              <a:t>Green = branch</a:t>
            </a:r>
          </a:p>
          <a:p>
            <a:r>
              <a:rPr lang="en-US" sz="1200" dirty="0"/>
              <a:t>Pink = memory</a:t>
            </a:r>
          </a:p>
          <a:p>
            <a:endParaRPr lang="en-US" sz="1200" dirty="0"/>
          </a:p>
          <a:p>
            <a:r>
              <a:rPr lang="en-US" sz="1200" dirty="0"/>
              <a:t>There are about 25 open opcodes and the instruction set is pretty complete. There may be some more graphics or AI instructions </a:t>
            </a:r>
            <a:r>
              <a:rPr lang="en-US" sz="1200"/>
              <a:t>to be added </a:t>
            </a:r>
            <a:r>
              <a:rPr lang="en-US" sz="1200" dirty="0"/>
              <a:t>yet.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2388022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5846</TotalTime>
  <Words>1255</Words>
  <Application>Microsoft Office PowerPoint</Application>
  <PresentationFormat>Widescreen</PresentationFormat>
  <Paragraphs>330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Qupls2026: Instruction Cache</vt:lpstr>
      <vt:lpstr>Qupls2026: Instruction Fetch Stage (*_fet)</vt:lpstr>
      <vt:lpstr>Qupls2026: Instruction Extract Stage (*_mux)</vt:lpstr>
      <vt:lpstr>Qupls2026: Decode Stage (*_dec)</vt:lpstr>
      <vt:lpstr>Qupls2026: Decode Stage (more)</vt:lpstr>
      <vt:lpstr>Qupls2026: Rename Stage (*_ren)</vt:lpstr>
      <vt:lpstr>Qupls2026: Execute Stage</vt:lpstr>
      <vt:lpstr>Qupls2026: Reservation Stations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2</cp:revision>
  <dcterms:created xsi:type="dcterms:W3CDTF">2025-04-28T15:04:58Z</dcterms:created>
  <dcterms:modified xsi:type="dcterms:W3CDTF">2025-11-25T15:35:45Z</dcterms:modified>
</cp:coreProperties>
</file>