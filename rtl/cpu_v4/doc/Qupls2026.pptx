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8" r:id="rId3"/>
    <p:sldId id="257" r:id="rId4"/>
    <p:sldId id="259" r:id="rId5"/>
    <p:sldId id="260" r:id="rId6"/>
    <p:sldId id="25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D71E6C-3DAB-47EA-86FD-1D8E1661B80E}" v="33" dt="2025-11-09T01:55:59.7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87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 Finch" userId="360118edfabb5ba6" providerId="LiveId" clId="{940D50E2-FEDC-434C-83CF-A13052851249}"/>
    <pc:docChg chg="custSel modSld">
      <pc:chgData name="Robert Finch" userId="360118edfabb5ba6" providerId="LiveId" clId="{940D50E2-FEDC-434C-83CF-A13052851249}" dt="2025-11-11T00:18:49.463" v="496" actId="20577"/>
      <pc:docMkLst>
        <pc:docMk/>
      </pc:docMkLst>
      <pc:sldChg chg="addSp modSp mod">
        <pc:chgData name="Robert Finch" userId="360118edfabb5ba6" providerId="LiveId" clId="{940D50E2-FEDC-434C-83CF-A13052851249}" dt="2025-11-09T01:43:30.327" v="441" actId="20577"/>
        <pc:sldMkLst>
          <pc:docMk/>
          <pc:sldMk cId="3493996368" sldId="256"/>
        </pc:sldMkLst>
        <pc:spChg chg="mod">
          <ac:chgData name="Robert Finch" userId="360118edfabb5ba6" providerId="LiveId" clId="{940D50E2-FEDC-434C-83CF-A13052851249}" dt="2025-11-08T01:36:43.557" v="115" actId="20577"/>
          <ac:spMkLst>
            <pc:docMk/>
            <pc:sldMk cId="3493996368" sldId="256"/>
            <ac:spMk id="2" creationId="{7730D39D-FAB4-71A0-50A9-AAFD49CFD457}"/>
          </ac:spMkLst>
        </pc:spChg>
        <pc:spChg chg="add mod ord">
          <ac:chgData name="Robert Finch" userId="360118edfabb5ba6" providerId="LiveId" clId="{940D50E2-FEDC-434C-83CF-A13052851249}" dt="2025-11-08T01:43:00.440" v="137" actId="167"/>
          <ac:spMkLst>
            <pc:docMk/>
            <pc:sldMk cId="3493996368" sldId="256"/>
            <ac:spMk id="3" creationId="{A96E320B-18AF-E5BE-A9B7-C628FE8AAB67}"/>
          </ac:spMkLst>
        </pc:spChg>
        <pc:spChg chg="mod">
          <ac:chgData name="Robert Finch" userId="360118edfabb5ba6" providerId="LiveId" clId="{940D50E2-FEDC-434C-83CF-A13052851249}" dt="2025-11-08T01:40:01.858" v="136" actId="1076"/>
          <ac:spMkLst>
            <pc:docMk/>
            <pc:sldMk cId="3493996368" sldId="256"/>
            <ac:spMk id="20" creationId="{33814D67-A90E-DB11-36FA-64E81BB2218A}"/>
          </ac:spMkLst>
        </pc:spChg>
        <pc:spChg chg="add mod ord">
          <ac:chgData name="Robert Finch" userId="360118edfabb5ba6" providerId="LiveId" clId="{940D50E2-FEDC-434C-83CF-A13052851249}" dt="2025-11-08T01:43:03.758" v="138" actId="167"/>
          <ac:spMkLst>
            <pc:docMk/>
            <pc:sldMk cId="3493996368" sldId="256"/>
            <ac:spMk id="21" creationId="{68E9CFA1-3825-4851-2C50-2193AC6FE028}"/>
          </ac:spMkLst>
        </pc:spChg>
        <pc:spChg chg="mod">
          <ac:chgData name="Robert Finch" userId="360118edfabb5ba6" providerId="LiveId" clId="{940D50E2-FEDC-434C-83CF-A13052851249}" dt="2025-11-09T01:42:49.673" v="439" actId="20577"/>
          <ac:spMkLst>
            <pc:docMk/>
            <pc:sldMk cId="3493996368" sldId="256"/>
            <ac:spMk id="33" creationId="{11B75455-1537-CCE7-A134-6BACBDF6AB81}"/>
          </ac:spMkLst>
        </pc:spChg>
        <pc:spChg chg="mod">
          <ac:chgData name="Robert Finch" userId="360118edfabb5ba6" providerId="LiveId" clId="{940D50E2-FEDC-434C-83CF-A13052851249}" dt="2025-11-09T01:42:45.506" v="437" actId="20577"/>
          <ac:spMkLst>
            <pc:docMk/>
            <pc:sldMk cId="3493996368" sldId="256"/>
            <ac:spMk id="46" creationId="{25D4805F-00C2-A8C7-4B1F-08EC0AC68B4E}"/>
          </ac:spMkLst>
        </pc:spChg>
        <pc:spChg chg="mod">
          <ac:chgData name="Robert Finch" userId="360118edfabb5ba6" providerId="LiveId" clId="{940D50E2-FEDC-434C-83CF-A13052851249}" dt="2025-11-08T01:38:48.685" v="134" actId="14100"/>
          <ac:spMkLst>
            <pc:docMk/>
            <pc:sldMk cId="3493996368" sldId="256"/>
            <ac:spMk id="67" creationId="{DAF83E3C-C7F5-1498-7118-082DC5426720}"/>
          </ac:spMkLst>
        </pc:spChg>
        <pc:spChg chg="mod">
          <ac:chgData name="Robert Finch" userId="360118edfabb5ba6" providerId="LiveId" clId="{940D50E2-FEDC-434C-83CF-A13052851249}" dt="2025-11-09T01:43:30.327" v="441" actId="20577"/>
          <ac:spMkLst>
            <pc:docMk/>
            <pc:sldMk cId="3493996368" sldId="256"/>
            <ac:spMk id="72" creationId="{089DFE8E-A4B4-4D09-D92F-B051C93C312D}"/>
          </ac:spMkLst>
        </pc:spChg>
        <pc:spChg chg="mod">
          <ac:chgData name="Robert Finch" userId="360118edfabb5ba6" providerId="LiveId" clId="{940D50E2-FEDC-434C-83CF-A13052851249}" dt="2025-11-09T01:43:28.188" v="440" actId="20577"/>
          <ac:spMkLst>
            <pc:docMk/>
            <pc:sldMk cId="3493996368" sldId="256"/>
            <ac:spMk id="74" creationId="{4B9836E3-4F30-B303-77D3-E7C70ED48919}"/>
          </ac:spMkLst>
        </pc:spChg>
        <pc:spChg chg="mod">
          <ac:chgData name="Robert Finch" userId="360118edfabb5ba6" providerId="LiveId" clId="{940D50E2-FEDC-434C-83CF-A13052851249}" dt="2025-11-08T01:38:53.077" v="135" actId="1076"/>
          <ac:spMkLst>
            <pc:docMk/>
            <pc:sldMk cId="3493996368" sldId="256"/>
            <ac:spMk id="90" creationId="{3E8870B3-430D-D283-D86C-4C514A5BF941}"/>
          </ac:spMkLst>
        </pc:spChg>
      </pc:sldChg>
      <pc:sldChg chg="addSp delSp modSp mod">
        <pc:chgData name="Robert Finch" userId="360118edfabb5ba6" providerId="LiveId" clId="{940D50E2-FEDC-434C-83CF-A13052851249}" dt="2025-11-11T00:18:49.463" v="496" actId="20577"/>
        <pc:sldMkLst>
          <pc:docMk/>
          <pc:sldMk cId="2594290601" sldId="257"/>
        </pc:sldMkLst>
        <pc:spChg chg="mod">
          <ac:chgData name="Robert Finch" userId="360118edfabb5ba6" providerId="LiveId" clId="{940D50E2-FEDC-434C-83CF-A13052851249}" dt="2025-11-08T01:29:30.020" v="76" actId="20577"/>
          <ac:spMkLst>
            <pc:docMk/>
            <pc:sldMk cId="2594290601" sldId="257"/>
            <ac:spMk id="2" creationId="{922B9395-D48D-D2C9-3B68-4D26BC937E22}"/>
          </ac:spMkLst>
        </pc:spChg>
        <pc:spChg chg="add mod">
          <ac:chgData name="Robert Finch" userId="360118edfabb5ba6" providerId="LiveId" clId="{940D50E2-FEDC-434C-83CF-A13052851249}" dt="2025-11-09T01:31:16.271" v="270" actId="1076"/>
          <ac:spMkLst>
            <pc:docMk/>
            <pc:sldMk cId="2594290601" sldId="257"/>
            <ac:spMk id="3" creationId="{1C99CBB6-2A2D-F548-B0CB-76D152B61BEF}"/>
          </ac:spMkLst>
        </pc:spChg>
        <pc:spChg chg="mod">
          <ac:chgData name="Robert Finch" userId="360118edfabb5ba6" providerId="LiveId" clId="{940D50E2-FEDC-434C-83CF-A13052851249}" dt="2025-11-09T01:35:24.281" v="332" actId="1076"/>
          <ac:spMkLst>
            <pc:docMk/>
            <pc:sldMk cId="2594290601" sldId="257"/>
            <ac:spMk id="4" creationId="{A1521FF0-16AA-8A4C-5185-A6BE8CA2AF64}"/>
          </ac:spMkLst>
        </pc:spChg>
        <pc:spChg chg="mod">
          <ac:chgData name="Robert Finch" userId="360118edfabb5ba6" providerId="LiveId" clId="{940D50E2-FEDC-434C-83CF-A13052851249}" dt="2025-11-09T01:35:28.520" v="333" actId="1076"/>
          <ac:spMkLst>
            <pc:docMk/>
            <pc:sldMk cId="2594290601" sldId="257"/>
            <ac:spMk id="5" creationId="{0CAB3B1D-1078-99ED-30C9-DFBCF4E3CC21}"/>
          </ac:spMkLst>
        </pc:spChg>
        <pc:spChg chg="mod">
          <ac:chgData name="Robert Finch" userId="360118edfabb5ba6" providerId="LiveId" clId="{940D50E2-FEDC-434C-83CF-A13052851249}" dt="2025-11-09T01:35:00.714" v="329" actId="20577"/>
          <ac:spMkLst>
            <pc:docMk/>
            <pc:sldMk cId="2594290601" sldId="257"/>
            <ac:spMk id="6" creationId="{162AFF2E-C847-9432-5A43-1B06D005C39B}"/>
          </ac:spMkLst>
        </pc:spChg>
        <pc:spChg chg="mod">
          <ac:chgData name="Robert Finch" userId="360118edfabb5ba6" providerId="LiveId" clId="{940D50E2-FEDC-434C-83CF-A13052851249}" dt="2025-11-09T01:34:52.265" v="327" actId="20577"/>
          <ac:spMkLst>
            <pc:docMk/>
            <pc:sldMk cId="2594290601" sldId="257"/>
            <ac:spMk id="7" creationId="{AE46EF95-477A-2994-C3AB-36A8ABE4781F}"/>
          </ac:spMkLst>
        </pc:spChg>
        <pc:spChg chg="add mod">
          <ac:chgData name="Robert Finch" userId="360118edfabb5ba6" providerId="LiveId" clId="{940D50E2-FEDC-434C-83CF-A13052851249}" dt="2025-11-09T01:31:13.408" v="269" actId="1076"/>
          <ac:spMkLst>
            <pc:docMk/>
            <pc:sldMk cId="2594290601" sldId="257"/>
            <ac:spMk id="8" creationId="{32E55B2F-F886-D360-2A28-E02105DB82B2}"/>
          </ac:spMkLst>
        </pc:spChg>
        <pc:spChg chg="add mod">
          <ac:chgData name="Robert Finch" userId="360118edfabb5ba6" providerId="LiveId" clId="{940D50E2-FEDC-434C-83CF-A13052851249}" dt="2025-11-09T01:31:24.347" v="272" actId="1076"/>
          <ac:spMkLst>
            <pc:docMk/>
            <pc:sldMk cId="2594290601" sldId="257"/>
            <ac:spMk id="9" creationId="{78A1C8BD-019C-4B6E-8163-4823757689DC}"/>
          </ac:spMkLst>
        </pc:spChg>
        <pc:spChg chg="add del mod">
          <ac:chgData name="Robert Finch" userId="360118edfabb5ba6" providerId="LiveId" clId="{940D50E2-FEDC-434C-83CF-A13052851249}" dt="2025-11-11T00:18:14.532" v="480" actId="478"/>
          <ac:spMkLst>
            <pc:docMk/>
            <pc:sldMk cId="2594290601" sldId="257"/>
            <ac:spMk id="10" creationId="{1F050BB8-A8B0-47DA-0E4A-93241DDB41A3}"/>
          </ac:spMkLst>
        </pc:spChg>
        <pc:spChg chg="add del mod">
          <ac:chgData name="Robert Finch" userId="360118edfabb5ba6" providerId="LiveId" clId="{940D50E2-FEDC-434C-83CF-A13052851249}" dt="2025-11-11T00:18:15.662" v="481" actId="478"/>
          <ac:spMkLst>
            <pc:docMk/>
            <pc:sldMk cId="2594290601" sldId="257"/>
            <ac:spMk id="11" creationId="{20C3770E-ABEF-F503-A83E-CBC0A0303ECF}"/>
          </ac:spMkLst>
        </pc:spChg>
        <pc:spChg chg="add del mod">
          <ac:chgData name="Robert Finch" userId="360118edfabb5ba6" providerId="LiveId" clId="{940D50E2-FEDC-434C-83CF-A13052851249}" dt="2025-11-11T00:18:16.791" v="482" actId="478"/>
          <ac:spMkLst>
            <pc:docMk/>
            <pc:sldMk cId="2594290601" sldId="257"/>
            <ac:spMk id="12" creationId="{63B77903-73CA-688E-465F-8526A3547042}"/>
          </ac:spMkLst>
        </pc:spChg>
        <pc:spChg chg="add mod">
          <ac:chgData name="Robert Finch" userId="360118edfabb5ba6" providerId="LiveId" clId="{940D50E2-FEDC-434C-83CF-A13052851249}" dt="2025-11-09T01:33:56.155" v="308" actId="1076"/>
          <ac:spMkLst>
            <pc:docMk/>
            <pc:sldMk cId="2594290601" sldId="257"/>
            <ac:spMk id="13" creationId="{3A74FD05-F8BC-B23B-4D15-A392433EF47C}"/>
          </ac:spMkLst>
        </pc:spChg>
        <pc:spChg chg="add mod">
          <ac:chgData name="Robert Finch" userId="360118edfabb5ba6" providerId="LiveId" clId="{940D50E2-FEDC-434C-83CF-A13052851249}" dt="2025-11-09T01:34:03.048" v="310" actId="1076"/>
          <ac:spMkLst>
            <pc:docMk/>
            <pc:sldMk cId="2594290601" sldId="257"/>
            <ac:spMk id="15" creationId="{D4B7D24E-7521-1BB3-73FE-FF986C506178}"/>
          </ac:spMkLst>
        </pc:spChg>
        <pc:spChg chg="mod">
          <ac:chgData name="Robert Finch" userId="360118edfabb5ba6" providerId="LiveId" clId="{940D50E2-FEDC-434C-83CF-A13052851249}" dt="2025-11-09T01:35:37.451" v="334" actId="1076"/>
          <ac:spMkLst>
            <pc:docMk/>
            <pc:sldMk cId="2594290601" sldId="257"/>
            <ac:spMk id="16" creationId="{8E2CCC9A-50A2-4505-C9BD-E02C96FA3D21}"/>
          </ac:spMkLst>
        </pc:spChg>
        <pc:spChg chg="mod">
          <ac:chgData name="Robert Finch" userId="360118edfabb5ba6" providerId="LiveId" clId="{940D50E2-FEDC-434C-83CF-A13052851249}" dt="2025-11-09T01:34:17.528" v="315" actId="1076"/>
          <ac:spMkLst>
            <pc:docMk/>
            <pc:sldMk cId="2594290601" sldId="257"/>
            <ac:spMk id="18" creationId="{F8B25F58-38F6-83C5-4F48-A2B549834C2D}"/>
          </ac:spMkLst>
        </pc:spChg>
        <pc:spChg chg="mod">
          <ac:chgData name="Robert Finch" userId="360118edfabb5ba6" providerId="LiveId" clId="{940D50E2-FEDC-434C-83CF-A13052851249}" dt="2025-11-09T01:34:27.005" v="318" actId="1076"/>
          <ac:spMkLst>
            <pc:docMk/>
            <pc:sldMk cId="2594290601" sldId="257"/>
            <ac:spMk id="19" creationId="{B37A4C80-2BCC-3C11-C923-3C4DAB8C4306}"/>
          </ac:spMkLst>
        </pc:spChg>
        <pc:spChg chg="mod">
          <ac:chgData name="Robert Finch" userId="360118edfabb5ba6" providerId="LiveId" clId="{940D50E2-FEDC-434C-83CF-A13052851249}" dt="2025-11-09T01:34:35.633" v="321" actId="1076"/>
          <ac:spMkLst>
            <pc:docMk/>
            <pc:sldMk cId="2594290601" sldId="257"/>
            <ac:spMk id="20" creationId="{1021077F-E5D9-F73E-DB1C-EEC6A67D0F78}"/>
          </ac:spMkLst>
        </pc:spChg>
        <pc:spChg chg="add mod">
          <ac:chgData name="Robert Finch" userId="360118edfabb5ba6" providerId="LiveId" clId="{940D50E2-FEDC-434C-83CF-A13052851249}" dt="2025-11-09T01:34:11.180" v="313" actId="1076"/>
          <ac:spMkLst>
            <pc:docMk/>
            <pc:sldMk cId="2594290601" sldId="257"/>
            <ac:spMk id="21" creationId="{B716BC00-0FF1-C3E5-C4EF-900E736199DB}"/>
          </ac:spMkLst>
        </pc:spChg>
        <pc:spChg chg="mod">
          <ac:chgData name="Robert Finch" userId="360118edfabb5ba6" providerId="LiveId" clId="{940D50E2-FEDC-434C-83CF-A13052851249}" dt="2025-11-09T01:34:21.447" v="316" actId="1076"/>
          <ac:spMkLst>
            <pc:docMk/>
            <pc:sldMk cId="2594290601" sldId="257"/>
            <ac:spMk id="23" creationId="{57DAD130-1EBA-D481-F1A5-B3A938F02835}"/>
          </ac:spMkLst>
        </pc:spChg>
        <pc:spChg chg="mod">
          <ac:chgData name="Robert Finch" userId="360118edfabb5ba6" providerId="LiveId" clId="{940D50E2-FEDC-434C-83CF-A13052851249}" dt="2025-11-09T01:34:32.265" v="320" actId="1076"/>
          <ac:spMkLst>
            <pc:docMk/>
            <pc:sldMk cId="2594290601" sldId="257"/>
            <ac:spMk id="24" creationId="{50CA5ED3-322C-7559-35C4-043568DD8612}"/>
          </ac:spMkLst>
        </pc:spChg>
        <pc:spChg chg="mod">
          <ac:chgData name="Robert Finch" userId="360118edfabb5ba6" providerId="LiveId" clId="{940D50E2-FEDC-434C-83CF-A13052851249}" dt="2025-11-09T01:34:39.150" v="322" actId="1076"/>
          <ac:spMkLst>
            <pc:docMk/>
            <pc:sldMk cId="2594290601" sldId="257"/>
            <ac:spMk id="25" creationId="{A8A5A8C7-2086-0573-E87A-438924545018}"/>
          </ac:spMkLst>
        </pc:spChg>
        <pc:spChg chg="mod">
          <ac:chgData name="Robert Finch" userId="360118edfabb5ba6" providerId="LiveId" clId="{940D50E2-FEDC-434C-83CF-A13052851249}" dt="2025-11-09T01:34:24.365" v="317" actId="1076"/>
          <ac:spMkLst>
            <pc:docMk/>
            <pc:sldMk cId="2594290601" sldId="257"/>
            <ac:spMk id="35" creationId="{8E88E834-F2D0-8CBB-4152-1AD564EECC86}"/>
          </ac:spMkLst>
        </pc:spChg>
        <pc:spChg chg="mod">
          <ac:chgData name="Robert Finch" userId="360118edfabb5ba6" providerId="LiveId" clId="{940D50E2-FEDC-434C-83CF-A13052851249}" dt="2025-11-09T01:34:29.556" v="319" actId="1076"/>
          <ac:spMkLst>
            <pc:docMk/>
            <pc:sldMk cId="2594290601" sldId="257"/>
            <ac:spMk id="36" creationId="{500454C3-33B4-2D69-4E9E-1E9A00CFD8D0}"/>
          </ac:spMkLst>
        </pc:spChg>
        <pc:spChg chg="mod">
          <ac:chgData name="Robert Finch" userId="360118edfabb5ba6" providerId="LiveId" clId="{940D50E2-FEDC-434C-83CF-A13052851249}" dt="2025-11-09T01:34:41.741" v="323" actId="1076"/>
          <ac:spMkLst>
            <pc:docMk/>
            <pc:sldMk cId="2594290601" sldId="257"/>
            <ac:spMk id="37" creationId="{C0945E42-19F8-4A70-3D8A-3A2C77D87313}"/>
          </ac:spMkLst>
        </pc:spChg>
        <pc:spChg chg="mod">
          <ac:chgData name="Robert Finch" userId="360118edfabb5ba6" providerId="LiveId" clId="{940D50E2-FEDC-434C-83CF-A13052851249}" dt="2025-11-11T00:18:23.324" v="485" actId="20577"/>
          <ac:spMkLst>
            <pc:docMk/>
            <pc:sldMk cId="2594290601" sldId="257"/>
            <ac:spMk id="38" creationId="{E011F6C4-3F05-4093-DF1A-05D8225E0985}"/>
          </ac:spMkLst>
        </pc:spChg>
        <pc:spChg chg="mod">
          <ac:chgData name="Robert Finch" userId="360118edfabb5ba6" providerId="LiveId" clId="{940D50E2-FEDC-434C-83CF-A13052851249}" dt="2025-11-09T01:31:31.115" v="276" actId="20577"/>
          <ac:spMkLst>
            <pc:docMk/>
            <pc:sldMk cId="2594290601" sldId="257"/>
            <ac:spMk id="43" creationId="{6E2C7DB7-1FAD-B106-9935-8AE626DD9E8A}"/>
          </ac:spMkLst>
        </pc:spChg>
        <pc:spChg chg="mod">
          <ac:chgData name="Robert Finch" userId="360118edfabb5ba6" providerId="LiveId" clId="{940D50E2-FEDC-434C-83CF-A13052851249}" dt="2025-11-11T00:18:49.463" v="496" actId="20577"/>
          <ac:spMkLst>
            <pc:docMk/>
            <pc:sldMk cId="2594290601" sldId="257"/>
            <ac:spMk id="44" creationId="{4D129218-44F0-AFD7-A77E-D2949684502A}"/>
          </ac:spMkLst>
        </pc:spChg>
        <pc:cxnChg chg="mod">
          <ac:chgData name="Robert Finch" userId="360118edfabb5ba6" providerId="LiveId" clId="{940D50E2-FEDC-434C-83CF-A13052851249}" dt="2025-11-09T01:35:28.520" v="333" actId="1076"/>
          <ac:cxnSpMkLst>
            <pc:docMk/>
            <pc:sldMk cId="2594290601" sldId="257"/>
            <ac:cxnSpMk id="14" creationId="{32FC212D-082A-DD72-F557-EFDFDD7E81AE}"/>
          </ac:cxnSpMkLst>
        </pc:cxnChg>
      </pc:sldChg>
      <pc:sldChg chg="addSp delSp modSp mod">
        <pc:chgData name="Robert Finch" userId="360118edfabb5ba6" providerId="LiveId" clId="{940D50E2-FEDC-434C-83CF-A13052851249}" dt="2025-11-11T00:16:50.922" v="479" actId="1076"/>
        <pc:sldMkLst>
          <pc:docMk/>
          <pc:sldMk cId="2650679018" sldId="258"/>
        </pc:sldMkLst>
        <pc:spChg chg="mod">
          <ac:chgData name="Robert Finch" userId="360118edfabb5ba6" providerId="LiveId" clId="{940D50E2-FEDC-434C-83CF-A13052851249}" dt="2025-11-08T01:23:51.326" v="10" actId="20577"/>
          <ac:spMkLst>
            <pc:docMk/>
            <pc:sldMk cId="2650679018" sldId="258"/>
            <ac:spMk id="2" creationId="{589C157B-1C51-0E6E-C43E-CBBA43BA6BE8}"/>
          </ac:spMkLst>
        </pc:spChg>
        <pc:spChg chg="add mod">
          <ac:chgData name="Robert Finch" userId="360118edfabb5ba6" providerId="LiveId" clId="{940D50E2-FEDC-434C-83CF-A13052851249}" dt="2025-11-09T01:36:36.504" v="343" actId="1076"/>
          <ac:spMkLst>
            <pc:docMk/>
            <pc:sldMk cId="2650679018" sldId="258"/>
            <ac:spMk id="3" creationId="{6BEEB1B9-7B1F-13BE-10C6-585A270710C2}"/>
          </ac:spMkLst>
        </pc:spChg>
        <pc:spChg chg="mod">
          <ac:chgData name="Robert Finch" userId="360118edfabb5ba6" providerId="LiveId" clId="{940D50E2-FEDC-434C-83CF-A13052851249}" dt="2025-11-11T00:16:40.680" v="476" actId="14100"/>
          <ac:spMkLst>
            <pc:docMk/>
            <pc:sldMk cId="2650679018" sldId="258"/>
            <ac:spMk id="4" creationId="{ED9E9027-BDD8-40F6-C371-8BC28F2C3BAD}"/>
          </ac:spMkLst>
        </pc:spChg>
        <pc:spChg chg="mod">
          <ac:chgData name="Robert Finch" userId="360118edfabb5ba6" providerId="LiveId" clId="{940D50E2-FEDC-434C-83CF-A13052851249}" dt="2025-11-11T00:16:50.922" v="479" actId="1076"/>
          <ac:spMkLst>
            <pc:docMk/>
            <pc:sldMk cId="2650679018" sldId="258"/>
            <ac:spMk id="5" creationId="{C672087E-2142-B630-8F6A-5BC9C7EBB006}"/>
          </ac:spMkLst>
        </pc:spChg>
        <pc:spChg chg="mod">
          <ac:chgData name="Robert Finch" userId="360118edfabb5ba6" providerId="LiveId" clId="{940D50E2-FEDC-434C-83CF-A13052851249}" dt="2025-11-11T00:16:47.423" v="478" actId="14100"/>
          <ac:spMkLst>
            <pc:docMk/>
            <pc:sldMk cId="2650679018" sldId="258"/>
            <ac:spMk id="6" creationId="{449EF98E-5C8D-4F68-896A-FA1451A87E8F}"/>
          </ac:spMkLst>
        </pc:spChg>
        <pc:spChg chg="mod">
          <ac:chgData name="Robert Finch" userId="360118edfabb5ba6" providerId="LiveId" clId="{940D50E2-FEDC-434C-83CF-A13052851249}" dt="2025-11-08T04:58:41.065" v="141" actId="20577"/>
          <ac:spMkLst>
            <pc:docMk/>
            <pc:sldMk cId="2650679018" sldId="258"/>
            <ac:spMk id="7" creationId="{D2ED940B-FECC-5AFE-06CF-9E5B830F4097}"/>
          </ac:spMkLst>
        </pc:spChg>
        <pc:spChg chg="mod">
          <ac:chgData name="Robert Finch" userId="360118edfabb5ba6" providerId="LiveId" clId="{940D50E2-FEDC-434C-83CF-A13052851249}" dt="2025-11-08T01:23:59.573" v="12" actId="20577"/>
          <ac:spMkLst>
            <pc:docMk/>
            <pc:sldMk cId="2650679018" sldId="258"/>
            <ac:spMk id="12" creationId="{6F5C0FF4-A309-FD98-0F3D-7343E3539E19}"/>
          </ac:spMkLst>
        </pc:spChg>
        <pc:spChg chg="mod">
          <ac:chgData name="Robert Finch" userId="360118edfabb5ba6" providerId="LiveId" clId="{940D50E2-FEDC-434C-83CF-A13052851249}" dt="2025-11-08T01:24:06.452" v="14" actId="20577"/>
          <ac:spMkLst>
            <pc:docMk/>
            <pc:sldMk cId="2650679018" sldId="258"/>
            <ac:spMk id="13" creationId="{72840A09-4AC9-B5D4-618A-A9F35B8DDFDA}"/>
          </ac:spMkLst>
        </pc:spChg>
        <pc:spChg chg="mod">
          <ac:chgData name="Robert Finch" userId="360118edfabb5ba6" providerId="LiveId" clId="{940D50E2-FEDC-434C-83CF-A13052851249}" dt="2025-11-08T01:24:10.745" v="16" actId="20577"/>
          <ac:spMkLst>
            <pc:docMk/>
            <pc:sldMk cId="2650679018" sldId="258"/>
            <ac:spMk id="14" creationId="{F4F39427-84A3-4D39-9505-6877F7B36440}"/>
          </ac:spMkLst>
        </pc:spChg>
        <pc:spChg chg="mod">
          <ac:chgData name="Robert Finch" userId="360118edfabb5ba6" providerId="LiveId" clId="{940D50E2-FEDC-434C-83CF-A13052851249}" dt="2025-11-11T00:16:15.445" v="470" actId="20577"/>
          <ac:spMkLst>
            <pc:docMk/>
            <pc:sldMk cId="2650679018" sldId="258"/>
            <ac:spMk id="20" creationId="{34CB261E-026D-6907-AD30-CF0B591A724F}"/>
          </ac:spMkLst>
        </pc:spChg>
        <pc:spChg chg="mod">
          <ac:chgData name="Robert Finch" userId="360118edfabb5ba6" providerId="LiveId" clId="{940D50E2-FEDC-434C-83CF-A13052851249}" dt="2025-11-09T01:38:44.752" v="387" actId="20577"/>
          <ac:spMkLst>
            <pc:docMk/>
            <pc:sldMk cId="2650679018" sldId="258"/>
            <ac:spMk id="21" creationId="{C7AC94DC-C20E-D6B4-9F48-7D1A03BE529B}"/>
          </ac:spMkLst>
        </pc:spChg>
        <pc:spChg chg="mod">
          <ac:chgData name="Robert Finch" userId="360118edfabb5ba6" providerId="LiveId" clId="{940D50E2-FEDC-434C-83CF-A13052851249}" dt="2025-11-09T01:38:47.527" v="389" actId="20577"/>
          <ac:spMkLst>
            <pc:docMk/>
            <pc:sldMk cId="2650679018" sldId="258"/>
            <ac:spMk id="22" creationId="{E7410A97-68B3-BA68-1F2B-03A50AB57151}"/>
          </ac:spMkLst>
        </pc:spChg>
        <pc:spChg chg="mod">
          <ac:chgData name="Robert Finch" userId="360118edfabb5ba6" providerId="LiveId" clId="{940D50E2-FEDC-434C-83CF-A13052851249}" dt="2025-11-09T01:38:50.794" v="391" actId="20577"/>
          <ac:spMkLst>
            <pc:docMk/>
            <pc:sldMk cId="2650679018" sldId="258"/>
            <ac:spMk id="23" creationId="{443D22A6-B987-CA04-9B06-E76C61084009}"/>
          </ac:spMkLst>
        </pc:spChg>
        <pc:spChg chg="mod">
          <ac:chgData name="Robert Finch" userId="360118edfabb5ba6" providerId="LiveId" clId="{940D50E2-FEDC-434C-83CF-A13052851249}" dt="2025-11-09T01:38:30.938" v="379" actId="20577"/>
          <ac:spMkLst>
            <pc:docMk/>
            <pc:sldMk cId="2650679018" sldId="258"/>
            <ac:spMk id="25" creationId="{B215621A-79D3-2B7B-FC60-D55C0FCEA00D}"/>
          </ac:spMkLst>
        </pc:spChg>
        <pc:spChg chg="mod">
          <ac:chgData name="Robert Finch" userId="360118edfabb5ba6" providerId="LiveId" clId="{940D50E2-FEDC-434C-83CF-A13052851249}" dt="2025-11-09T01:38:28.506" v="377" actId="20577"/>
          <ac:spMkLst>
            <pc:docMk/>
            <pc:sldMk cId="2650679018" sldId="258"/>
            <ac:spMk id="26" creationId="{DBFAFD0E-DD28-429F-60D4-DE976D8D29A4}"/>
          </ac:spMkLst>
        </pc:spChg>
        <pc:spChg chg="mod">
          <ac:chgData name="Robert Finch" userId="360118edfabb5ba6" providerId="LiveId" clId="{940D50E2-FEDC-434C-83CF-A13052851249}" dt="2025-11-09T01:38:26.161" v="375" actId="20577"/>
          <ac:spMkLst>
            <pc:docMk/>
            <pc:sldMk cId="2650679018" sldId="258"/>
            <ac:spMk id="27" creationId="{2B30CE28-37BB-4E0F-2446-CA1F48B6C715}"/>
          </ac:spMkLst>
        </pc:spChg>
        <pc:spChg chg="mod">
          <ac:chgData name="Robert Finch" userId="360118edfabb5ba6" providerId="LiveId" clId="{940D50E2-FEDC-434C-83CF-A13052851249}" dt="2025-11-11T00:15:58.844" v="466" actId="20577"/>
          <ac:spMkLst>
            <pc:docMk/>
            <pc:sldMk cId="2650679018" sldId="258"/>
            <ac:spMk id="29" creationId="{61A98C63-63B3-A1FF-5571-81171558DEEC}"/>
          </ac:spMkLst>
        </pc:spChg>
        <pc:spChg chg="mod">
          <ac:chgData name="Robert Finch" userId="360118edfabb5ba6" providerId="LiveId" clId="{940D50E2-FEDC-434C-83CF-A13052851249}" dt="2025-11-09T01:36:23.806" v="341" actId="14100"/>
          <ac:spMkLst>
            <pc:docMk/>
            <pc:sldMk cId="2650679018" sldId="258"/>
            <ac:spMk id="30" creationId="{EC8FD731-006D-9392-BA7E-6C81F749273D}"/>
          </ac:spMkLst>
        </pc:spChg>
        <pc:spChg chg="mod">
          <ac:chgData name="Robert Finch" userId="360118edfabb5ba6" providerId="LiveId" clId="{940D50E2-FEDC-434C-83CF-A13052851249}" dt="2025-11-09T01:36:18.464" v="340" actId="1076"/>
          <ac:spMkLst>
            <pc:docMk/>
            <pc:sldMk cId="2650679018" sldId="258"/>
            <ac:spMk id="31" creationId="{CB10116E-5EA6-D599-32FD-6193DFFAC637}"/>
          </ac:spMkLst>
        </pc:spChg>
        <pc:spChg chg="mod">
          <ac:chgData name="Robert Finch" userId="360118edfabb5ba6" providerId="LiveId" clId="{940D50E2-FEDC-434C-83CF-A13052851249}" dt="2025-11-09T01:38:34.010" v="381" actId="20577"/>
          <ac:spMkLst>
            <pc:docMk/>
            <pc:sldMk cId="2650679018" sldId="258"/>
            <ac:spMk id="34" creationId="{437D6B38-9653-41ED-F752-4E7033A4349E}"/>
          </ac:spMkLst>
        </pc:spChg>
        <pc:spChg chg="mod">
          <ac:chgData name="Robert Finch" userId="360118edfabb5ba6" providerId="LiveId" clId="{940D50E2-FEDC-434C-83CF-A13052851249}" dt="2025-11-09T01:38:36.617" v="383" actId="20577"/>
          <ac:spMkLst>
            <pc:docMk/>
            <pc:sldMk cId="2650679018" sldId="258"/>
            <ac:spMk id="35" creationId="{FA20F7F4-E53F-C70E-F8DC-75A6C911A03F}"/>
          </ac:spMkLst>
        </pc:spChg>
        <pc:spChg chg="mod">
          <ac:chgData name="Robert Finch" userId="360118edfabb5ba6" providerId="LiveId" clId="{940D50E2-FEDC-434C-83CF-A13052851249}" dt="2025-11-09T01:38:40.433" v="385" actId="20577"/>
          <ac:spMkLst>
            <pc:docMk/>
            <pc:sldMk cId="2650679018" sldId="258"/>
            <ac:spMk id="36" creationId="{9D7EB854-DDE2-F90E-C656-ABA798196F6A}"/>
          </ac:spMkLst>
        </pc:spChg>
        <pc:spChg chg="mod">
          <ac:chgData name="Robert Finch" userId="360118edfabb5ba6" providerId="LiveId" clId="{940D50E2-FEDC-434C-83CF-A13052851249}" dt="2025-11-11T00:15:46.295" v="463" actId="20577"/>
          <ac:spMkLst>
            <pc:docMk/>
            <pc:sldMk cId="2650679018" sldId="258"/>
            <ac:spMk id="38" creationId="{15067C78-238E-0C37-463C-051DD16AD52D}"/>
          </ac:spMkLst>
        </pc:spChg>
        <pc:spChg chg="add del mod">
          <ac:chgData name="Robert Finch" userId="360118edfabb5ba6" providerId="LiveId" clId="{940D50E2-FEDC-434C-83CF-A13052851249}" dt="2025-11-11T00:16:29.303" v="475" actId="478"/>
          <ac:spMkLst>
            <pc:docMk/>
            <pc:sldMk cId="2650679018" sldId="258"/>
            <ac:spMk id="39" creationId="{3B73F1F2-519F-1600-2671-AC5D96A076C3}"/>
          </ac:spMkLst>
        </pc:spChg>
        <pc:spChg chg="mod">
          <ac:chgData name="Robert Finch" userId="360118edfabb5ba6" providerId="LiveId" clId="{940D50E2-FEDC-434C-83CF-A13052851249}" dt="2025-11-09T01:16:37.890" v="169" actId="6549"/>
          <ac:spMkLst>
            <pc:docMk/>
            <pc:sldMk cId="2650679018" sldId="258"/>
            <ac:spMk id="42" creationId="{03CE8FF0-7A85-E9A2-3D8D-2E0A8C026A36}"/>
          </ac:spMkLst>
        </pc:spChg>
        <pc:spChg chg="add mod">
          <ac:chgData name="Robert Finch" userId="360118edfabb5ba6" providerId="LiveId" clId="{940D50E2-FEDC-434C-83CF-A13052851249}" dt="2025-11-09T01:36:58.455" v="348" actId="20577"/>
          <ac:spMkLst>
            <pc:docMk/>
            <pc:sldMk cId="2650679018" sldId="258"/>
            <ac:spMk id="43" creationId="{B5A87727-E716-AAA1-E489-9C1DA738B6D5}"/>
          </ac:spMkLst>
        </pc:spChg>
        <pc:spChg chg="add del mod">
          <ac:chgData name="Robert Finch" userId="360118edfabb5ba6" providerId="LiveId" clId="{940D50E2-FEDC-434C-83CF-A13052851249}" dt="2025-11-11T00:16:27.623" v="474" actId="478"/>
          <ac:spMkLst>
            <pc:docMk/>
            <pc:sldMk cId="2650679018" sldId="258"/>
            <ac:spMk id="44" creationId="{0E31EA34-495E-3A46-E3AD-2D861E77FD88}"/>
          </ac:spMkLst>
        </pc:spChg>
        <pc:spChg chg="add mod">
          <ac:chgData name="Robert Finch" userId="360118edfabb5ba6" providerId="LiveId" clId="{940D50E2-FEDC-434C-83CF-A13052851249}" dt="2025-11-09T01:37:27.322" v="354" actId="20577"/>
          <ac:spMkLst>
            <pc:docMk/>
            <pc:sldMk cId="2650679018" sldId="258"/>
            <ac:spMk id="45" creationId="{E345E55C-95CE-16C5-C38E-EFE57BA529CA}"/>
          </ac:spMkLst>
        </pc:spChg>
        <pc:spChg chg="add del mod">
          <ac:chgData name="Robert Finch" userId="360118edfabb5ba6" providerId="LiveId" clId="{940D50E2-FEDC-434C-83CF-A13052851249}" dt="2025-11-11T00:16:25.360" v="473" actId="478"/>
          <ac:spMkLst>
            <pc:docMk/>
            <pc:sldMk cId="2650679018" sldId="258"/>
            <ac:spMk id="46" creationId="{C254A83D-7105-CA95-F73E-4C82E0034354}"/>
          </ac:spMkLst>
        </pc:spChg>
        <pc:spChg chg="add mod">
          <ac:chgData name="Robert Finch" userId="360118edfabb5ba6" providerId="LiveId" clId="{940D50E2-FEDC-434C-83CF-A13052851249}" dt="2025-11-09T01:38:23.985" v="373" actId="20577"/>
          <ac:spMkLst>
            <pc:docMk/>
            <pc:sldMk cId="2650679018" sldId="258"/>
            <ac:spMk id="47" creationId="{FDB2C585-DCB8-330F-C09D-48F6756F9307}"/>
          </ac:spMkLst>
        </pc:spChg>
        <pc:spChg chg="add del mod">
          <ac:chgData name="Robert Finch" userId="360118edfabb5ba6" providerId="LiveId" clId="{940D50E2-FEDC-434C-83CF-A13052851249}" dt="2025-11-11T00:16:22.286" v="472" actId="478"/>
          <ac:spMkLst>
            <pc:docMk/>
            <pc:sldMk cId="2650679018" sldId="258"/>
            <ac:spMk id="48" creationId="{2A5B03B0-2283-C3F3-4789-982C177452DF}"/>
          </ac:spMkLst>
        </pc:spChg>
        <pc:spChg chg="add mod">
          <ac:chgData name="Robert Finch" userId="360118edfabb5ba6" providerId="LiveId" clId="{940D50E2-FEDC-434C-83CF-A13052851249}" dt="2025-11-09T01:38:57.918" v="393" actId="1076"/>
          <ac:spMkLst>
            <pc:docMk/>
            <pc:sldMk cId="2650679018" sldId="258"/>
            <ac:spMk id="49" creationId="{8F72AF73-055A-C2DB-ADE5-065C16F244C9}"/>
          </ac:spMkLst>
        </pc:spChg>
        <pc:spChg chg="add del mod">
          <ac:chgData name="Robert Finch" userId="360118edfabb5ba6" providerId="LiveId" clId="{940D50E2-FEDC-434C-83CF-A13052851249}" dt="2025-11-11T00:16:03.768" v="467" actId="478"/>
          <ac:spMkLst>
            <pc:docMk/>
            <pc:sldMk cId="2650679018" sldId="258"/>
            <ac:spMk id="50" creationId="{E95802C6-5EB2-1AE9-7E8B-A373AFC3AF2A}"/>
          </ac:spMkLst>
        </pc:spChg>
        <pc:spChg chg="add mod">
          <ac:chgData name="Robert Finch" userId="360118edfabb5ba6" providerId="LiveId" clId="{940D50E2-FEDC-434C-83CF-A13052851249}" dt="2025-11-09T01:39:15.086" v="398" actId="1076"/>
          <ac:spMkLst>
            <pc:docMk/>
            <pc:sldMk cId="2650679018" sldId="258"/>
            <ac:spMk id="51" creationId="{58A3E361-97B1-71DC-C6DA-4EC9480C96CE}"/>
          </ac:spMkLst>
        </pc:spChg>
        <pc:spChg chg="add del mod">
          <ac:chgData name="Robert Finch" userId="360118edfabb5ba6" providerId="LiveId" clId="{940D50E2-FEDC-434C-83CF-A13052851249}" dt="2025-11-11T00:16:10.673" v="469" actId="478"/>
          <ac:spMkLst>
            <pc:docMk/>
            <pc:sldMk cId="2650679018" sldId="258"/>
            <ac:spMk id="52" creationId="{A7C1B19B-EFF1-E4AC-1101-092FA74F576B}"/>
          </ac:spMkLst>
        </pc:spChg>
      </pc:sldChg>
      <pc:sldChg chg="addSp delSp modSp mod">
        <pc:chgData name="Robert Finch" userId="360118edfabb5ba6" providerId="LiveId" clId="{940D50E2-FEDC-434C-83CF-A13052851249}" dt="2025-11-09T01:42:28.306" v="435" actId="1076"/>
        <pc:sldMkLst>
          <pc:docMk/>
          <pc:sldMk cId="2694914445" sldId="259"/>
        </pc:sldMkLst>
        <pc:spChg chg="mod">
          <ac:chgData name="Robert Finch" userId="360118edfabb5ba6" providerId="LiveId" clId="{940D50E2-FEDC-434C-83CF-A13052851249}" dt="2025-11-08T01:30:23.150" v="85" actId="20577"/>
          <ac:spMkLst>
            <pc:docMk/>
            <pc:sldMk cId="2694914445" sldId="259"/>
            <ac:spMk id="2" creationId="{8C0E7671-DA3D-5C66-D0DC-22B672A22041}"/>
          </ac:spMkLst>
        </pc:spChg>
        <pc:spChg chg="add mod">
          <ac:chgData name="Robert Finch" userId="360118edfabb5ba6" providerId="LiveId" clId="{940D50E2-FEDC-434C-83CF-A13052851249}" dt="2025-11-09T01:41:12.014" v="414" actId="1076"/>
          <ac:spMkLst>
            <pc:docMk/>
            <pc:sldMk cId="2694914445" sldId="259"/>
            <ac:spMk id="3" creationId="{1C63C0F5-DD13-944B-7406-0229744035D4}"/>
          </ac:spMkLst>
        </pc:spChg>
        <pc:spChg chg="mod">
          <ac:chgData name="Robert Finch" userId="360118edfabb5ba6" providerId="LiveId" clId="{940D50E2-FEDC-434C-83CF-A13052851249}" dt="2025-11-09T01:40:44.258" v="410" actId="20577"/>
          <ac:spMkLst>
            <pc:docMk/>
            <pc:sldMk cId="2694914445" sldId="259"/>
            <ac:spMk id="6" creationId="{B17E7B95-30A7-75E7-609B-7E49FA75F5AE}"/>
          </ac:spMkLst>
        </pc:spChg>
        <pc:spChg chg="mod">
          <ac:chgData name="Robert Finch" userId="360118edfabb5ba6" providerId="LiveId" clId="{940D50E2-FEDC-434C-83CF-A13052851249}" dt="2025-11-09T01:40:38.570" v="408" actId="20577"/>
          <ac:spMkLst>
            <pc:docMk/>
            <pc:sldMk cId="2694914445" sldId="259"/>
            <ac:spMk id="7" creationId="{3A7BB0F3-B210-B42C-7680-42C0E660F87F}"/>
          </ac:spMkLst>
        </pc:spChg>
        <pc:spChg chg="mod">
          <ac:chgData name="Robert Finch" userId="360118edfabb5ba6" providerId="LiveId" clId="{940D50E2-FEDC-434C-83CF-A13052851249}" dt="2025-11-09T01:40:55.366" v="411" actId="1076"/>
          <ac:spMkLst>
            <pc:docMk/>
            <pc:sldMk cId="2694914445" sldId="259"/>
            <ac:spMk id="9" creationId="{14B384DD-9D81-9F38-26B7-8F5F8B7F8585}"/>
          </ac:spMkLst>
        </pc:spChg>
        <pc:spChg chg="mod">
          <ac:chgData name="Robert Finch" userId="360118edfabb5ba6" providerId="LiveId" clId="{940D50E2-FEDC-434C-83CF-A13052851249}" dt="2025-11-09T01:41:41.591" v="424" actId="20577"/>
          <ac:spMkLst>
            <pc:docMk/>
            <pc:sldMk cId="2694914445" sldId="259"/>
            <ac:spMk id="22" creationId="{4BD60F5D-0A1C-F533-8A90-2EA3F585F33B}"/>
          </ac:spMkLst>
        </pc:spChg>
        <pc:spChg chg="mod">
          <ac:chgData name="Robert Finch" userId="360118edfabb5ba6" providerId="LiveId" clId="{940D50E2-FEDC-434C-83CF-A13052851249}" dt="2025-11-09T01:41:34.451" v="419" actId="14100"/>
          <ac:spMkLst>
            <pc:docMk/>
            <pc:sldMk cId="2694914445" sldId="259"/>
            <ac:spMk id="23" creationId="{7D89D6E8-8402-28E1-B2C1-45D30B4E48D0}"/>
          </ac:spMkLst>
        </pc:spChg>
        <pc:spChg chg="mod">
          <ac:chgData name="Robert Finch" userId="360118edfabb5ba6" providerId="LiveId" clId="{940D50E2-FEDC-434C-83CF-A13052851249}" dt="2025-11-09T01:41:50.955" v="428" actId="20577"/>
          <ac:spMkLst>
            <pc:docMk/>
            <pc:sldMk cId="2694914445" sldId="259"/>
            <ac:spMk id="36" creationId="{44F5672D-C543-A461-3B78-FBF971DAEE0C}"/>
          </ac:spMkLst>
        </pc:spChg>
        <pc:spChg chg="mod">
          <ac:chgData name="Robert Finch" userId="360118edfabb5ba6" providerId="LiveId" clId="{940D50E2-FEDC-434C-83CF-A13052851249}" dt="2025-11-09T01:42:02.070" v="429" actId="14100"/>
          <ac:spMkLst>
            <pc:docMk/>
            <pc:sldMk cId="2694914445" sldId="259"/>
            <ac:spMk id="37" creationId="{712B7482-2A08-6F41-E94E-C497C87E31DA}"/>
          </ac:spMkLst>
        </pc:spChg>
        <pc:spChg chg="add mod">
          <ac:chgData name="Robert Finch" userId="360118edfabb5ba6" providerId="LiveId" clId="{940D50E2-FEDC-434C-83CF-A13052851249}" dt="2025-11-09T01:41:20.330" v="416" actId="1076"/>
          <ac:spMkLst>
            <pc:docMk/>
            <pc:sldMk cId="2694914445" sldId="259"/>
            <ac:spMk id="45" creationId="{A54DFADE-6461-BE11-6516-7F0481608F40}"/>
          </ac:spMkLst>
        </pc:spChg>
        <pc:spChg chg="add mod">
          <ac:chgData name="Robert Finch" userId="360118edfabb5ba6" providerId="LiveId" clId="{940D50E2-FEDC-434C-83CF-A13052851249}" dt="2025-11-09T01:41:28.846" v="418" actId="1076"/>
          <ac:spMkLst>
            <pc:docMk/>
            <pc:sldMk cId="2694914445" sldId="259"/>
            <ac:spMk id="46" creationId="{3BA76494-59BD-BBA6-0C26-88DE139CCB57}"/>
          </ac:spMkLst>
        </pc:spChg>
        <pc:spChg chg="add mod">
          <ac:chgData name="Robert Finch" userId="360118edfabb5ba6" providerId="LiveId" clId="{940D50E2-FEDC-434C-83CF-A13052851249}" dt="2025-11-09T01:42:12.713" v="431" actId="1076"/>
          <ac:spMkLst>
            <pc:docMk/>
            <pc:sldMk cId="2694914445" sldId="259"/>
            <ac:spMk id="47" creationId="{D9738219-BF0F-73E1-B3BF-0ABF674AEF79}"/>
          </ac:spMkLst>
        </pc:spChg>
        <pc:spChg chg="add mod">
          <ac:chgData name="Robert Finch" userId="360118edfabb5ba6" providerId="LiveId" clId="{940D50E2-FEDC-434C-83CF-A13052851249}" dt="2025-11-09T01:42:21.134" v="433" actId="1076"/>
          <ac:spMkLst>
            <pc:docMk/>
            <pc:sldMk cId="2694914445" sldId="259"/>
            <ac:spMk id="48" creationId="{9AF7ABA2-89A2-AED6-67CE-918A8BD4D988}"/>
          </ac:spMkLst>
        </pc:spChg>
        <pc:spChg chg="add mod">
          <ac:chgData name="Robert Finch" userId="360118edfabb5ba6" providerId="LiveId" clId="{940D50E2-FEDC-434C-83CF-A13052851249}" dt="2025-11-09T01:42:28.306" v="435" actId="1076"/>
          <ac:spMkLst>
            <pc:docMk/>
            <pc:sldMk cId="2694914445" sldId="259"/>
            <ac:spMk id="49" creationId="{E6834225-5EDD-04D9-745E-B28DD8D19548}"/>
          </ac:spMkLst>
        </pc:spChg>
      </pc:sldChg>
      <pc:sldChg chg="addSp delSp modSp mod">
        <pc:chgData name="Robert Finch" userId="360118edfabb5ba6" providerId="LiveId" clId="{940D50E2-FEDC-434C-83CF-A13052851249}" dt="2025-11-09T01:56:09.126" v="459" actId="1076"/>
        <pc:sldMkLst>
          <pc:docMk/>
          <pc:sldMk cId="522921597" sldId="260"/>
        </pc:sldMkLst>
        <pc:spChg chg="mod">
          <ac:chgData name="Robert Finch" userId="360118edfabb5ba6" providerId="LiveId" clId="{940D50E2-FEDC-434C-83CF-A13052851249}" dt="2025-11-08T01:35:15.750" v="106" actId="20577"/>
          <ac:spMkLst>
            <pc:docMk/>
            <pc:sldMk cId="522921597" sldId="260"/>
            <ac:spMk id="2" creationId="{F8A33C03-86BC-47B3-352E-CEAFA8E49E87}"/>
          </ac:spMkLst>
        </pc:spChg>
        <pc:spChg chg="add mod">
          <ac:chgData name="Robert Finch" userId="360118edfabb5ba6" providerId="LiveId" clId="{940D50E2-FEDC-434C-83CF-A13052851249}" dt="2025-11-09T01:55:29.985" v="450" actId="1076"/>
          <ac:spMkLst>
            <pc:docMk/>
            <pc:sldMk cId="522921597" sldId="260"/>
            <ac:spMk id="3" creationId="{A7487C35-0C63-3388-3805-0DB75FA788A0}"/>
          </ac:spMkLst>
        </pc:spChg>
        <pc:spChg chg="mod">
          <ac:chgData name="Robert Finch" userId="360118edfabb5ba6" providerId="LiveId" clId="{940D50E2-FEDC-434C-83CF-A13052851249}" dt="2025-11-09T01:55:23.971" v="448" actId="1076"/>
          <ac:spMkLst>
            <pc:docMk/>
            <pc:sldMk cId="522921597" sldId="260"/>
            <ac:spMk id="6" creationId="{21F37D6B-60A6-4809-18D2-0553D99F0657}"/>
          </ac:spMkLst>
        </pc:spChg>
        <pc:spChg chg="mod">
          <ac:chgData name="Robert Finch" userId="360118edfabb5ba6" providerId="LiveId" clId="{940D50E2-FEDC-434C-83CF-A13052851249}" dt="2025-11-09T01:55:14.999" v="447" actId="1076"/>
          <ac:spMkLst>
            <pc:docMk/>
            <pc:sldMk cId="522921597" sldId="260"/>
            <ac:spMk id="7" creationId="{3E05A981-F263-3DEA-4B79-93D96CD6F334}"/>
          </ac:spMkLst>
        </pc:spChg>
        <pc:spChg chg="mod">
          <ac:chgData name="Robert Finch" userId="360118edfabb5ba6" providerId="LiveId" clId="{940D50E2-FEDC-434C-83CF-A13052851249}" dt="2025-11-09T01:55:09.138" v="446" actId="20577"/>
          <ac:spMkLst>
            <pc:docMk/>
            <pc:sldMk cId="522921597" sldId="260"/>
            <ac:spMk id="9" creationId="{EE884DDB-E400-F85E-C54B-73F8148E9286}"/>
          </ac:spMkLst>
        </pc:spChg>
        <pc:spChg chg="mod">
          <ac:chgData name="Robert Finch" userId="360118edfabb5ba6" providerId="LiveId" clId="{940D50E2-FEDC-434C-83CF-A13052851249}" dt="2025-11-09T01:55:34.657" v="451" actId="20577"/>
          <ac:spMkLst>
            <pc:docMk/>
            <pc:sldMk cId="522921597" sldId="260"/>
            <ac:spMk id="11" creationId="{3FFFE904-FC5E-7191-48EF-8681D2D72CFC}"/>
          </ac:spMkLst>
        </pc:spChg>
        <pc:spChg chg="add mod">
          <ac:chgData name="Robert Finch" userId="360118edfabb5ba6" providerId="LiveId" clId="{940D50E2-FEDC-434C-83CF-A13052851249}" dt="2025-11-09T01:56:03.850" v="458" actId="1076"/>
          <ac:spMkLst>
            <pc:docMk/>
            <pc:sldMk cId="522921597" sldId="260"/>
            <ac:spMk id="13" creationId="{CC8DE211-FE85-5EE1-1044-649C28555208}"/>
          </ac:spMkLst>
        </pc:spChg>
        <pc:spChg chg="mod">
          <ac:chgData name="Robert Finch" userId="360118edfabb5ba6" providerId="LiveId" clId="{940D50E2-FEDC-434C-83CF-A13052851249}" dt="2025-11-09T01:55:52.058" v="456" actId="20577"/>
          <ac:spMkLst>
            <pc:docMk/>
            <pc:sldMk cId="522921597" sldId="260"/>
            <ac:spMk id="19" creationId="{E6BA68F8-B915-B07A-3079-B8213D03056F}"/>
          </ac:spMkLst>
        </pc:spChg>
        <pc:spChg chg="mod">
          <ac:chgData name="Robert Finch" userId="360118edfabb5ba6" providerId="LiveId" clId="{940D50E2-FEDC-434C-83CF-A13052851249}" dt="2025-11-09T01:56:09.126" v="459" actId="1076"/>
          <ac:spMkLst>
            <pc:docMk/>
            <pc:sldMk cId="522921597" sldId="260"/>
            <ac:spMk id="22" creationId="{63B6F1BE-8984-CBE6-5587-9F69C8F532A4}"/>
          </ac:spMkLst>
        </pc:spChg>
      </pc:sldChg>
      <pc:sldChg chg="modSp mod">
        <pc:chgData name="Robert Finch" userId="360118edfabb5ba6" providerId="LiveId" clId="{940D50E2-FEDC-434C-83CF-A13052851249}" dt="2025-11-08T01:34:40.229" v="91" actId="20577"/>
        <pc:sldMkLst>
          <pc:docMk/>
          <pc:sldMk cId="3556507299" sldId="261"/>
        </pc:sldMkLst>
        <pc:spChg chg="mod">
          <ac:chgData name="Robert Finch" userId="360118edfabb5ba6" providerId="LiveId" clId="{940D50E2-FEDC-434C-83CF-A13052851249}" dt="2025-11-08T01:28:10.718" v="44" actId="20577"/>
          <ac:spMkLst>
            <pc:docMk/>
            <pc:sldMk cId="3556507299" sldId="261"/>
            <ac:spMk id="2" creationId="{3EA856E3-2BBA-5D07-B63B-437151994B7F}"/>
          </ac:spMkLst>
        </pc:spChg>
        <pc:spChg chg="mod">
          <ac:chgData name="Robert Finch" userId="360118edfabb5ba6" providerId="LiveId" clId="{940D50E2-FEDC-434C-83CF-A13052851249}" dt="2025-11-08T01:34:35.348" v="88" actId="20577"/>
          <ac:spMkLst>
            <pc:docMk/>
            <pc:sldMk cId="3556507299" sldId="261"/>
            <ac:spMk id="6" creationId="{65363119-AB2F-1D87-FF03-6872379676B1}"/>
          </ac:spMkLst>
        </pc:spChg>
        <pc:spChg chg="mod">
          <ac:chgData name="Robert Finch" userId="360118edfabb5ba6" providerId="LiveId" clId="{940D50E2-FEDC-434C-83CF-A13052851249}" dt="2025-11-08T01:34:40.229" v="91" actId="20577"/>
          <ac:spMkLst>
            <pc:docMk/>
            <pc:sldMk cId="3556507299" sldId="261"/>
            <ac:spMk id="7" creationId="{BD40131C-599A-B7F8-B65E-6D317ECE80A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E6490-D614-A8CB-7DB7-3271B64780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13FC3B-9505-A47F-B397-467EE70F5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0624A-391D-7111-86D4-44C8A7ED6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21942-3650-429E-A73C-F40215CD5967}" type="datetimeFigureOut">
              <a:rPr lang="en-CA" smtClean="0"/>
              <a:t>2025-11-10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A4B66-14B1-5AA4-7D07-58ED0ED35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4DB1C-E437-51AA-4C3F-F0530F36C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08A5-EC6F-4FAC-9C1A-7DBC3A03B9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5648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3EC4C-38E2-BBCA-8A17-405E9EC15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923F0-9457-5B1C-FD7D-B1DD1C415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FEC5C-6B9D-40AB-294E-EB28507DC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21942-3650-429E-A73C-F40215CD5967}" type="datetimeFigureOut">
              <a:rPr lang="en-CA" smtClean="0"/>
              <a:t>2025-11-10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4A8570-30B7-A639-0A85-0F9FC3EAD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2B6B5-84CB-9EB4-4F1E-BAB853BEF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08A5-EC6F-4FAC-9C1A-7DBC3A03B9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63153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EE2DE-F0AC-7B15-E174-EDE58D194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211AD8-A793-F81F-29F8-32FDE0169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71482-B338-5B33-A511-FFA6B5363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21942-3650-429E-A73C-F40215CD5967}" type="datetimeFigureOut">
              <a:rPr lang="en-CA" smtClean="0"/>
              <a:t>2025-11-10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F2379-3C6C-3A78-111A-F546B5AEB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5C49B-C931-F503-61BB-2BC13F325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08A5-EC6F-4FAC-9C1A-7DBC3A03B9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9563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B6B90-C3FB-6F3A-3B2A-7AD980A36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3820-9A34-FDE7-53CC-BC9050B388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C58245-133F-21EA-653C-341DADB641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1DA37F-15A0-BA87-C014-B9FDF89B7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21942-3650-429E-A73C-F40215CD5967}" type="datetimeFigureOut">
              <a:rPr lang="en-CA" smtClean="0"/>
              <a:t>2025-11-10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B6C402-1E65-11D8-97C7-2E405BB86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740B9F-B5F5-7053-7E13-AB31BA4A5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08A5-EC6F-4FAC-9C1A-7DBC3A03B9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3793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C3F6C-5669-CB08-7C1E-412B8DAA5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334BF-5925-6C2A-B106-6C4B55D13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6EA510-E286-BE24-976A-FDDB35D268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F959AE-4F60-F4A5-8DEA-F78C98687D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A2DAE4-5E3F-066D-0B41-BA78389A24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CA2574-9054-FC1F-F56B-D46407307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21942-3650-429E-A73C-F40215CD5967}" type="datetimeFigureOut">
              <a:rPr lang="en-CA" smtClean="0"/>
              <a:t>2025-11-10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C6F26C-42B0-66B7-8BA0-75E7DE30E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495BF5-3B0A-8F62-B506-8B5D94870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08A5-EC6F-4FAC-9C1A-7DBC3A03B9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44072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DAC97-B1EC-E3DE-E43E-CE7C979AC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E282C9-AA59-231E-8903-30E27FE65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21942-3650-429E-A73C-F40215CD5967}" type="datetimeFigureOut">
              <a:rPr lang="en-CA" smtClean="0"/>
              <a:t>2025-11-10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9260F2-19D6-7F70-33F6-684124785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6E0C-9902-EC0C-83F2-976685758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08A5-EC6F-4FAC-9C1A-7DBC3A03B9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98403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CD97EE-3A0F-A174-3909-C4F8CE514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21942-3650-429E-A73C-F40215CD5967}" type="datetimeFigureOut">
              <a:rPr lang="en-CA" smtClean="0"/>
              <a:t>2025-11-10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24890E-0CBD-F23F-3336-CF2DF2BBB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C112B8-863C-D58B-A7E2-EC3E852F3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08A5-EC6F-4FAC-9C1A-7DBC3A03B9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1182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77FF0-8C32-3538-727A-B7C8EFD7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64D33-E760-8022-B60D-19329E660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D068B4-B41F-E848-F5F3-637299114C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B78F3F-8F51-745E-FDA5-A6D51BEA2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21942-3650-429E-A73C-F40215CD5967}" type="datetimeFigureOut">
              <a:rPr lang="en-CA" smtClean="0"/>
              <a:t>2025-11-10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C4A95E-7936-5440-0D19-171B73277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04EF21-15FB-78CD-FEE9-FEBF51617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08A5-EC6F-4FAC-9C1A-7DBC3A03B9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98525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F3631-269D-34E8-BD84-0BC6E388D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0116F2-C072-D0B7-462A-A60AE37514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FB3203-5E72-703E-5F3D-99B299D12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7F3F82-45EC-C5C6-3758-2310AAACB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21942-3650-429E-A73C-F40215CD5967}" type="datetimeFigureOut">
              <a:rPr lang="en-CA" smtClean="0"/>
              <a:t>2025-11-10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DEE7D9-BB96-9C78-960C-1D850829F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3A3CD1-72F2-8FF8-7FE0-D8AFBE724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08A5-EC6F-4FAC-9C1A-7DBC3A03B9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39758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E8BE9-E6C6-3AAA-F89A-BC2F79419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4D36A8-29C0-6F5A-553D-28D7B22F60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7F120-9C8E-0CB7-A817-E57264211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21942-3650-429E-A73C-F40215CD5967}" type="datetimeFigureOut">
              <a:rPr lang="en-CA" smtClean="0"/>
              <a:t>2025-11-10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1A581-A8B7-A707-21B3-F39FF9342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6A4F5-5D92-F65B-7A59-5BD915DEC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08A5-EC6F-4FAC-9C1A-7DBC3A03B9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81196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82EA1E-1FDB-D0F0-2397-2FC080E9C2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1BC960-EFFA-5180-B9AA-37AD2CE3E1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CF87B-AC45-B324-6356-0E9751801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21942-3650-429E-A73C-F40215CD5967}" type="datetimeFigureOut">
              <a:rPr lang="en-CA" smtClean="0"/>
              <a:t>2025-11-10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C26DF4-AE9F-50BF-EF79-5DF9D2BE0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32D18-65CE-FDDC-B447-D7D0A462A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08A5-EC6F-4FAC-9C1A-7DBC3A03B9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95136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12D023-412C-F186-25B5-BEE2C42AC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0CC8F-1C86-B2FF-8924-772CC40BC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815E8-475D-38E8-BF78-D5176C800F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21942-3650-429E-A73C-F40215CD5967}" type="datetimeFigureOut">
              <a:rPr lang="en-CA" smtClean="0"/>
              <a:t>2025-11-10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8D2FD-7492-FDE1-B877-1422600105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D6ADB-CAFA-804B-7236-FC51FAB7E6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FD08A5-EC6F-4FAC-9C1A-7DBC3A03B9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87356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856E3-2BBA-5D07-B63B-437151994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77" y="42396"/>
            <a:ext cx="10515600" cy="1325563"/>
          </a:xfrm>
        </p:spPr>
        <p:txBody>
          <a:bodyPr/>
          <a:lstStyle/>
          <a:p>
            <a:r>
              <a:rPr lang="en-US" dirty="0"/>
              <a:t>Qupls2026: Instruction Fetch Stage (*_</a:t>
            </a:r>
            <a:r>
              <a:rPr lang="en-US" dirty="0" err="1"/>
              <a:t>fet</a:t>
            </a:r>
            <a:r>
              <a:rPr lang="en-US" dirty="0"/>
              <a:t>)</a:t>
            </a:r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E50904-077D-5FC2-7AB1-C49535A041E3}"/>
              </a:ext>
            </a:extLst>
          </p:cNvPr>
          <p:cNvSpPr/>
          <p:nvPr/>
        </p:nvSpPr>
        <p:spPr>
          <a:xfrm>
            <a:off x="1536537" y="2550458"/>
            <a:ext cx="3803374" cy="3180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NOP mux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BAABD2-ECF9-D337-C112-E72F9E946EF0}"/>
              </a:ext>
            </a:extLst>
          </p:cNvPr>
          <p:cNvSpPr txBox="1"/>
          <p:nvPr/>
        </p:nvSpPr>
        <p:spPr>
          <a:xfrm>
            <a:off x="1850173" y="1754153"/>
            <a:ext cx="3110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Raw instruction cache output</a:t>
            </a:r>
            <a:endParaRPr lang="en-CA" dirty="0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65363119-AB2F-1D87-FF03-6872379676B1}"/>
              </a:ext>
            </a:extLst>
          </p:cNvPr>
          <p:cNvSpPr/>
          <p:nvPr/>
        </p:nvSpPr>
        <p:spPr>
          <a:xfrm>
            <a:off x="2333718" y="2232406"/>
            <a:ext cx="2143055" cy="31805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512b</a:t>
            </a:r>
            <a:endParaRPr lang="en-CA" dirty="0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BD40131C-599A-B7F8-B65E-6D317ECE80A6}"/>
              </a:ext>
            </a:extLst>
          </p:cNvPr>
          <p:cNvSpPr/>
          <p:nvPr/>
        </p:nvSpPr>
        <p:spPr>
          <a:xfrm>
            <a:off x="2366696" y="2868510"/>
            <a:ext cx="2143055" cy="31805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512b</a:t>
            </a:r>
            <a:endParaRPr lang="en-CA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05BEF7F3-C2E7-B393-61D1-56B5D079A9E8}"/>
              </a:ext>
            </a:extLst>
          </p:cNvPr>
          <p:cNvSpPr/>
          <p:nvPr/>
        </p:nvSpPr>
        <p:spPr>
          <a:xfrm>
            <a:off x="666311" y="2638804"/>
            <a:ext cx="870226" cy="1413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EEADDD-5211-5925-216B-A66FC96FCA2C}"/>
              </a:ext>
            </a:extLst>
          </p:cNvPr>
          <p:cNvSpPr txBox="1"/>
          <p:nvPr/>
        </p:nvSpPr>
        <p:spPr>
          <a:xfrm>
            <a:off x="330233" y="2456132"/>
            <a:ext cx="9701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Cache miss</a:t>
            </a:r>
            <a:endParaRPr lang="en-CA" sz="12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B734D53-D496-B931-1171-07BDEB374809}"/>
              </a:ext>
            </a:extLst>
          </p:cNvPr>
          <p:cNvCxnSpPr>
            <a:cxnSpLocks/>
          </p:cNvCxnSpPr>
          <p:nvPr/>
        </p:nvCxnSpPr>
        <p:spPr>
          <a:xfrm>
            <a:off x="666311" y="3181458"/>
            <a:ext cx="4951896" cy="510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A9BB289-6F5F-F9B1-18BE-10DC25BF7F3D}"/>
              </a:ext>
            </a:extLst>
          </p:cNvPr>
          <p:cNvSpPr txBox="1"/>
          <p:nvPr/>
        </p:nvSpPr>
        <p:spPr>
          <a:xfrm>
            <a:off x="4736201" y="2971238"/>
            <a:ext cx="12970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Pipeline Register</a:t>
            </a:r>
            <a:endParaRPr lang="en-CA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9180C8-07F1-767C-4F1A-AF0A912BE46F}"/>
              </a:ext>
            </a:extLst>
          </p:cNvPr>
          <p:cNvSpPr txBox="1"/>
          <p:nvPr/>
        </p:nvSpPr>
        <p:spPr>
          <a:xfrm>
            <a:off x="6210136" y="1721609"/>
            <a:ext cx="55605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primary function of the fetch stage is to register the instruction cache output which is unregistered.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there is a cache miss, NOPs are inserted into the pipeline.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56507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Arrow: Right 29">
            <a:extLst>
              <a:ext uri="{FF2B5EF4-FFF2-40B4-BE49-F238E27FC236}">
                <a16:creationId xmlns:a16="http://schemas.microsoft.com/office/drawing/2014/main" id="{EC8FD731-006D-9392-BA7E-6C81F749273D}"/>
              </a:ext>
            </a:extLst>
          </p:cNvPr>
          <p:cNvSpPr/>
          <p:nvPr/>
        </p:nvSpPr>
        <p:spPr>
          <a:xfrm flipH="1">
            <a:off x="1139687" y="3645941"/>
            <a:ext cx="3265958" cy="956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9C157B-1C51-0E6E-C43E-CBBA43BA6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Qupls2026: Instruction Extract Stage (*_mux)</a:t>
            </a:r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9E9027-BDD8-40F6-C371-8BC28F2C3BAD}"/>
              </a:ext>
            </a:extLst>
          </p:cNvPr>
          <p:cNvSpPr/>
          <p:nvPr/>
        </p:nvSpPr>
        <p:spPr>
          <a:xfrm>
            <a:off x="1870502" y="2465834"/>
            <a:ext cx="3236652" cy="3003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Instruction Aligner</a:t>
            </a:r>
            <a:endParaRPr lang="en-CA" sz="1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72087E-2142-B630-8F6A-5BC9C7EBB006}"/>
              </a:ext>
            </a:extLst>
          </p:cNvPr>
          <p:cNvSpPr txBox="1"/>
          <p:nvPr/>
        </p:nvSpPr>
        <p:spPr>
          <a:xfrm>
            <a:off x="298377" y="2467957"/>
            <a:ext cx="6383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PC</a:t>
            </a:r>
            <a:r>
              <a:rPr lang="en-US" sz="1100"/>
              <a:t>[5:1]</a:t>
            </a:r>
            <a:endParaRPr lang="en-CA" sz="1100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449EF98E-5C8D-4F68-896A-FA1451A87E8F}"/>
              </a:ext>
            </a:extLst>
          </p:cNvPr>
          <p:cNvSpPr/>
          <p:nvPr/>
        </p:nvSpPr>
        <p:spPr>
          <a:xfrm>
            <a:off x="1139687" y="2539459"/>
            <a:ext cx="712042" cy="1384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D2ED940B-FECC-5AFE-06CF-9E5B830F4097}"/>
              </a:ext>
            </a:extLst>
          </p:cNvPr>
          <p:cNvSpPr/>
          <p:nvPr/>
        </p:nvSpPr>
        <p:spPr>
          <a:xfrm>
            <a:off x="2154128" y="2096883"/>
            <a:ext cx="1943652" cy="36664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Cache line in 512</a:t>
            </a:r>
            <a:endParaRPr lang="en-CA" sz="11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76668B-8EB3-48D2-42FF-7FC2CCF7F3E5}"/>
              </a:ext>
            </a:extLst>
          </p:cNvPr>
          <p:cNvSpPr/>
          <p:nvPr/>
        </p:nvSpPr>
        <p:spPr>
          <a:xfrm>
            <a:off x="4524058" y="3083922"/>
            <a:ext cx="583096" cy="3003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Extract</a:t>
            </a:r>
          </a:p>
          <a:p>
            <a:pPr algn="ctr"/>
            <a:r>
              <a:rPr lang="en-US" sz="1000" dirty="0"/>
              <a:t>Ins #0</a:t>
            </a:r>
            <a:endParaRPr lang="en-CA" sz="1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446022-A4BE-40D7-EABF-0A19BD6EA9F1}"/>
              </a:ext>
            </a:extLst>
          </p:cNvPr>
          <p:cNvSpPr/>
          <p:nvPr/>
        </p:nvSpPr>
        <p:spPr>
          <a:xfrm>
            <a:off x="3863658" y="3083919"/>
            <a:ext cx="583096" cy="3003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Extract</a:t>
            </a:r>
          </a:p>
          <a:p>
            <a:pPr algn="ctr"/>
            <a:r>
              <a:rPr lang="en-US" sz="1000" dirty="0"/>
              <a:t>Ins #1</a:t>
            </a:r>
            <a:endParaRPr lang="en-CA" sz="1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0499CB-1C4C-9C30-8C3D-35EC44909A91}"/>
              </a:ext>
            </a:extLst>
          </p:cNvPr>
          <p:cNvSpPr/>
          <p:nvPr/>
        </p:nvSpPr>
        <p:spPr>
          <a:xfrm>
            <a:off x="3203258" y="3083918"/>
            <a:ext cx="583096" cy="3003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Extract</a:t>
            </a:r>
          </a:p>
          <a:p>
            <a:pPr algn="ctr"/>
            <a:r>
              <a:rPr lang="en-US" sz="1000" dirty="0"/>
              <a:t>Ins #2</a:t>
            </a:r>
            <a:endParaRPr lang="en-CA" sz="1000" dirty="0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6F5C0FF4-A309-FD98-0F3D-7343E3539E19}"/>
              </a:ext>
            </a:extLst>
          </p:cNvPr>
          <p:cNvSpPr/>
          <p:nvPr/>
        </p:nvSpPr>
        <p:spPr>
          <a:xfrm>
            <a:off x="4505285" y="2766217"/>
            <a:ext cx="620642" cy="30038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48</a:t>
            </a:r>
            <a:endParaRPr lang="en-CA" sz="900" dirty="0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72840A09-4AC9-B5D4-618A-A9F35B8DDFDA}"/>
              </a:ext>
            </a:extLst>
          </p:cNvPr>
          <p:cNvSpPr/>
          <p:nvPr/>
        </p:nvSpPr>
        <p:spPr>
          <a:xfrm>
            <a:off x="3844885" y="2775454"/>
            <a:ext cx="620642" cy="30038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48</a:t>
            </a:r>
            <a:endParaRPr lang="en-CA" sz="900" dirty="0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F4F39427-84A3-4D39-9505-6877F7B36440}"/>
              </a:ext>
            </a:extLst>
          </p:cNvPr>
          <p:cNvSpPr/>
          <p:nvPr/>
        </p:nvSpPr>
        <p:spPr>
          <a:xfrm>
            <a:off x="3184485" y="2773219"/>
            <a:ext cx="620642" cy="30038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48</a:t>
            </a:r>
            <a:endParaRPr lang="en-CA" sz="9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44BF74-CFF6-951A-87EC-16B2A330A5A0}"/>
              </a:ext>
            </a:extLst>
          </p:cNvPr>
          <p:cNvSpPr/>
          <p:nvPr/>
        </p:nvSpPr>
        <p:spPr>
          <a:xfrm>
            <a:off x="4517433" y="3470439"/>
            <a:ext cx="620642" cy="4807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Branch Decode #0</a:t>
            </a:r>
            <a:endParaRPr lang="en-CA" sz="1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9928937-A9AD-DE98-8A49-0F15062A99DD}"/>
              </a:ext>
            </a:extLst>
          </p:cNvPr>
          <p:cNvSpPr/>
          <p:nvPr/>
        </p:nvSpPr>
        <p:spPr>
          <a:xfrm>
            <a:off x="3863658" y="3470438"/>
            <a:ext cx="620642" cy="4807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Branch Decode #1</a:t>
            </a:r>
            <a:endParaRPr lang="en-CA" sz="10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E55A60A-01AE-6211-2F8A-CA5112759DAE}"/>
              </a:ext>
            </a:extLst>
          </p:cNvPr>
          <p:cNvSpPr/>
          <p:nvPr/>
        </p:nvSpPr>
        <p:spPr>
          <a:xfrm>
            <a:off x="3201050" y="3470438"/>
            <a:ext cx="620642" cy="4807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Branch Decode #2</a:t>
            </a:r>
            <a:endParaRPr lang="en-CA" sz="10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4CB261E-026D-6907-AD30-CF0B591A724F}"/>
              </a:ext>
            </a:extLst>
          </p:cNvPr>
          <p:cNvSpPr/>
          <p:nvPr/>
        </p:nvSpPr>
        <p:spPr>
          <a:xfrm>
            <a:off x="1870502" y="4251564"/>
            <a:ext cx="6456281" cy="3003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4x 2:1 Mux</a:t>
            </a:r>
            <a:endParaRPr lang="en-CA" sz="1100" dirty="0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C7AC94DC-C20E-D6B4-9F48-7D1A03BE529B}"/>
              </a:ext>
            </a:extLst>
          </p:cNvPr>
          <p:cNvSpPr/>
          <p:nvPr/>
        </p:nvSpPr>
        <p:spPr>
          <a:xfrm>
            <a:off x="5523495" y="3936502"/>
            <a:ext cx="620642" cy="30038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48</a:t>
            </a:r>
            <a:endParaRPr lang="en-CA" sz="900" dirty="0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E7410A97-68B3-BA68-1F2B-03A50AB57151}"/>
              </a:ext>
            </a:extLst>
          </p:cNvPr>
          <p:cNvSpPr/>
          <p:nvPr/>
        </p:nvSpPr>
        <p:spPr>
          <a:xfrm>
            <a:off x="6177270" y="3936502"/>
            <a:ext cx="620642" cy="30038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48</a:t>
            </a:r>
            <a:endParaRPr lang="en-CA" sz="900" dirty="0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443D22A6-B987-CA04-9B06-E76C61084009}"/>
              </a:ext>
            </a:extLst>
          </p:cNvPr>
          <p:cNvSpPr/>
          <p:nvPr/>
        </p:nvSpPr>
        <p:spPr>
          <a:xfrm>
            <a:off x="6831046" y="3936502"/>
            <a:ext cx="620642" cy="30038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48</a:t>
            </a:r>
            <a:endParaRPr lang="en-CA" sz="900" dirty="0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B215621A-79D3-2B7B-FC60-D55C0FCEA00D}"/>
              </a:ext>
            </a:extLst>
          </p:cNvPr>
          <p:cNvSpPr/>
          <p:nvPr/>
        </p:nvSpPr>
        <p:spPr>
          <a:xfrm>
            <a:off x="4505285" y="3951181"/>
            <a:ext cx="620642" cy="30038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48</a:t>
            </a:r>
            <a:endParaRPr lang="en-CA" sz="900" dirty="0"/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DBFAFD0E-DD28-429F-60D4-DE976D8D29A4}"/>
              </a:ext>
            </a:extLst>
          </p:cNvPr>
          <p:cNvSpPr/>
          <p:nvPr/>
        </p:nvSpPr>
        <p:spPr>
          <a:xfrm>
            <a:off x="3863657" y="3955274"/>
            <a:ext cx="620642" cy="30038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48</a:t>
            </a:r>
            <a:endParaRPr lang="en-CA" sz="900" dirty="0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2B30CE28-37BB-4E0F-2446-CA1F48B6C715}"/>
              </a:ext>
            </a:extLst>
          </p:cNvPr>
          <p:cNvSpPr/>
          <p:nvPr/>
        </p:nvSpPr>
        <p:spPr>
          <a:xfrm>
            <a:off x="3201050" y="3955274"/>
            <a:ext cx="620642" cy="30038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48</a:t>
            </a:r>
            <a:endParaRPr lang="en-CA" sz="9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A98C63-63B3-A1FF-5571-81171558DEEC}"/>
              </a:ext>
            </a:extLst>
          </p:cNvPr>
          <p:cNvSpPr txBox="1"/>
          <p:nvPr/>
        </p:nvSpPr>
        <p:spPr>
          <a:xfrm>
            <a:off x="5293125" y="3572309"/>
            <a:ext cx="30758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Four Instructions from micro-code machine</a:t>
            </a:r>
            <a:endParaRPr lang="en-CA" sz="1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B10116E-5EA6-D599-32FD-6193DFFAC637}"/>
              </a:ext>
            </a:extLst>
          </p:cNvPr>
          <p:cNvSpPr txBox="1"/>
          <p:nvPr/>
        </p:nvSpPr>
        <p:spPr>
          <a:xfrm>
            <a:off x="33946" y="3581083"/>
            <a:ext cx="12200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To next PC logic</a:t>
            </a:r>
            <a:endParaRPr lang="en-CA" sz="1200" dirty="0"/>
          </a:p>
        </p:txBody>
      </p:sp>
      <p:sp>
        <p:nvSpPr>
          <p:cNvPr id="32" name="Arrow: Down 31">
            <a:extLst>
              <a:ext uri="{FF2B5EF4-FFF2-40B4-BE49-F238E27FC236}">
                <a16:creationId xmlns:a16="http://schemas.microsoft.com/office/drawing/2014/main" id="{55ABA037-99DD-FB58-5BC7-38EFDB9FAED6}"/>
              </a:ext>
            </a:extLst>
          </p:cNvPr>
          <p:cNvSpPr/>
          <p:nvPr/>
        </p:nvSpPr>
        <p:spPr>
          <a:xfrm>
            <a:off x="936693" y="4709598"/>
            <a:ext cx="1943652" cy="36664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Cache line in 512</a:t>
            </a:r>
            <a:endParaRPr lang="en-CA" sz="1100" dirty="0"/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437D6B38-9653-41ED-F752-4E7033A4349E}"/>
              </a:ext>
            </a:extLst>
          </p:cNvPr>
          <p:cNvSpPr/>
          <p:nvPr/>
        </p:nvSpPr>
        <p:spPr>
          <a:xfrm>
            <a:off x="4515225" y="4539101"/>
            <a:ext cx="620642" cy="53304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48</a:t>
            </a:r>
            <a:endParaRPr lang="en-CA" sz="900" dirty="0"/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FA20F7F4-E53F-C70E-F8DC-75A6C911A03F}"/>
              </a:ext>
            </a:extLst>
          </p:cNvPr>
          <p:cNvSpPr/>
          <p:nvPr/>
        </p:nvSpPr>
        <p:spPr>
          <a:xfrm>
            <a:off x="5204340" y="4539101"/>
            <a:ext cx="620642" cy="53304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48</a:t>
            </a:r>
            <a:endParaRPr lang="en-CA" sz="900" dirty="0"/>
          </a:p>
        </p:txBody>
      </p:sp>
      <p:sp>
        <p:nvSpPr>
          <p:cNvPr id="36" name="Arrow: Down 35">
            <a:extLst>
              <a:ext uri="{FF2B5EF4-FFF2-40B4-BE49-F238E27FC236}">
                <a16:creationId xmlns:a16="http://schemas.microsoft.com/office/drawing/2014/main" id="{9D7EB854-DDE2-F90E-C656-ABA798196F6A}"/>
              </a:ext>
            </a:extLst>
          </p:cNvPr>
          <p:cNvSpPr/>
          <p:nvPr/>
        </p:nvSpPr>
        <p:spPr>
          <a:xfrm>
            <a:off x="5866949" y="4539100"/>
            <a:ext cx="620642" cy="53304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48</a:t>
            </a:r>
            <a:endParaRPr lang="en-CA" sz="9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FE648D1-A322-D6B7-E90B-0B7323D0D095}"/>
              </a:ext>
            </a:extLst>
          </p:cNvPr>
          <p:cNvSpPr txBox="1"/>
          <p:nvPr/>
        </p:nvSpPr>
        <p:spPr>
          <a:xfrm>
            <a:off x="2438819" y="5319072"/>
            <a:ext cx="3446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Four Instructions plus cache line to decode stage</a:t>
            </a:r>
            <a:endParaRPr lang="en-CA" sz="1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5067C78-238E-0C37-463C-051DD16AD52D}"/>
              </a:ext>
            </a:extLst>
          </p:cNvPr>
          <p:cNvSpPr txBox="1"/>
          <p:nvPr/>
        </p:nvSpPr>
        <p:spPr>
          <a:xfrm>
            <a:off x="6559826" y="1325563"/>
            <a:ext cx="521531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cache line is fed in and right aligned according to the PC value.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Four instructions are extracted from the right.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Branch instructions are decoded to feed the next PC logic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Micro-code instructions are multiplexed onto the output.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Both instructions and cache line are passed to the decode stage.</a:t>
            </a:r>
            <a:endParaRPr lang="en-CA" sz="1400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D3E1EAB-8C54-2C4D-CBE5-F4D132E74ADA}"/>
              </a:ext>
            </a:extLst>
          </p:cNvPr>
          <p:cNvCxnSpPr/>
          <p:nvPr/>
        </p:nvCxnSpPr>
        <p:spPr>
          <a:xfrm>
            <a:off x="784412" y="5072148"/>
            <a:ext cx="8637494" cy="3325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8CEC9CD-987F-19C4-9645-8582CAB8B8E1}"/>
              </a:ext>
            </a:extLst>
          </p:cNvPr>
          <p:cNvSpPr txBox="1"/>
          <p:nvPr/>
        </p:nvSpPr>
        <p:spPr>
          <a:xfrm>
            <a:off x="7912206" y="4821190"/>
            <a:ext cx="12970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Pipeline Register</a:t>
            </a:r>
            <a:endParaRPr lang="en-CA" sz="12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3CE8FF0-7A85-E9A2-3D8D-2E0A8C026A36}"/>
              </a:ext>
            </a:extLst>
          </p:cNvPr>
          <p:cNvSpPr txBox="1"/>
          <p:nvPr/>
        </p:nvSpPr>
        <p:spPr>
          <a:xfrm>
            <a:off x="1660384" y="1764660"/>
            <a:ext cx="32467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512b cache  line from instruction fetch stage</a:t>
            </a:r>
            <a:endParaRPr lang="en-CA" sz="1200" dirty="0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6BEEB1B9-7B1F-13BE-10C6-585A270710C2}"/>
              </a:ext>
            </a:extLst>
          </p:cNvPr>
          <p:cNvSpPr/>
          <p:nvPr/>
        </p:nvSpPr>
        <p:spPr>
          <a:xfrm>
            <a:off x="2524085" y="2773218"/>
            <a:ext cx="620642" cy="30038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48</a:t>
            </a:r>
            <a:endParaRPr lang="en-CA" sz="90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5A87727-E716-AAA1-E489-9C1DA738B6D5}"/>
              </a:ext>
            </a:extLst>
          </p:cNvPr>
          <p:cNvSpPr/>
          <p:nvPr/>
        </p:nvSpPr>
        <p:spPr>
          <a:xfrm>
            <a:off x="2561631" y="3084849"/>
            <a:ext cx="583096" cy="3003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Extract</a:t>
            </a:r>
          </a:p>
          <a:p>
            <a:pPr algn="ctr"/>
            <a:r>
              <a:rPr lang="en-US" sz="1000" dirty="0"/>
              <a:t>Ins #3</a:t>
            </a:r>
            <a:endParaRPr lang="en-CA" sz="100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345E55C-95CE-16C5-C38E-EFE57BA529CA}"/>
              </a:ext>
            </a:extLst>
          </p:cNvPr>
          <p:cNvSpPr/>
          <p:nvPr/>
        </p:nvSpPr>
        <p:spPr>
          <a:xfrm>
            <a:off x="2535776" y="3444374"/>
            <a:ext cx="620642" cy="4807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Branch Decode #3</a:t>
            </a:r>
            <a:endParaRPr lang="en-CA" sz="1000" dirty="0"/>
          </a:p>
        </p:txBody>
      </p:sp>
      <p:sp>
        <p:nvSpPr>
          <p:cNvPr id="47" name="Arrow: Down 46">
            <a:extLst>
              <a:ext uri="{FF2B5EF4-FFF2-40B4-BE49-F238E27FC236}">
                <a16:creationId xmlns:a16="http://schemas.microsoft.com/office/drawing/2014/main" id="{FDB2C585-DCB8-330F-C09D-48F6756F9307}"/>
              </a:ext>
            </a:extLst>
          </p:cNvPr>
          <p:cNvSpPr/>
          <p:nvPr/>
        </p:nvSpPr>
        <p:spPr>
          <a:xfrm>
            <a:off x="2517457" y="3944758"/>
            <a:ext cx="620642" cy="30038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48</a:t>
            </a:r>
            <a:endParaRPr lang="en-CA" sz="900" dirty="0"/>
          </a:p>
        </p:txBody>
      </p:sp>
      <p:sp>
        <p:nvSpPr>
          <p:cNvPr id="49" name="Arrow: Down 48">
            <a:extLst>
              <a:ext uri="{FF2B5EF4-FFF2-40B4-BE49-F238E27FC236}">
                <a16:creationId xmlns:a16="http://schemas.microsoft.com/office/drawing/2014/main" id="{8F72AF73-055A-C2DB-ADE5-065C16F244C9}"/>
              </a:ext>
            </a:extLst>
          </p:cNvPr>
          <p:cNvSpPr/>
          <p:nvPr/>
        </p:nvSpPr>
        <p:spPr>
          <a:xfrm>
            <a:off x="7484822" y="3936502"/>
            <a:ext cx="620642" cy="30038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48</a:t>
            </a:r>
            <a:endParaRPr lang="en-CA" sz="900" dirty="0"/>
          </a:p>
        </p:txBody>
      </p:sp>
      <p:sp>
        <p:nvSpPr>
          <p:cNvPr id="51" name="Arrow: Down 50">
            <a:extLst>
              <a:ext uri="{FF2B5EF4-FFF2-40B4-BE49-F238E27FC236}">
                <a16:creationId xmlns:a16="http://schemas.microsoft.com/office/drawing/2014/main" id="{58A3E361-97B1-71DC-C6DA-4EC9480C96CE}"/>
              </a:ext>
            </a:extLst>
          </p:cNvPr>
          <p:cNvSpPr/>
          <p:nvPr/>
        </p:nvSpPr>
        <p:spPr>
          <a:xfrm>
            <a:off x="3871391" y="4539100"/>
            <a:ext cx="620642" cy="53304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48</a:t>
            </a:r>
            <a:endParaRPr lang="en-CA" sz="900" dirty="0"/>
          </a:p>
        </p:txBody>
      </p:sp>
    </p:spTree>
    <p:extLst>
      <p:ext uri="{BB962C8B-B14F-4D97-AF65-F5344CB8AC3E}">
        <p14:creationId xmlns:p14="http://schemas.microsoft.com/office/powerpoint/2010/main" val="2650679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B9395-D48D-D2C9-3B68-4D26BC937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35" y="18255"/>
            <a:ext cx="10515600" cy="1325563"/>
          </a:xfrm>
        </p:spPr>
        <p:txBody>
          <a:bodyPr/>
          <a:lstStyle/>
          <a:p>
            <a:r>
              <a:rPr lang="en-US" dirty="0"/>
              <a:t>Qupls2026: Decode Stage (*_dec)</a:t>
            </a:r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521FF0-16AA-8A4C-5185-A6BE8CA2AF64}"/>
              </a:ext>
            </a:extLst>
          </p:cNvPr>
          <p:cNvSpPr/>
          <p:nvPr/>
        </p:nvSpPr>
        <p:spPr>
          <a:xfrm>
            <a:off x="5430145" y="3346995"/>
            <a:ext cx="602974" cy="2429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0</a:t>
            </a:r>
            <a:endParaRPr lang="en-CA" sz="1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AB3B1D-1078-99ED-30C9-DFBCF4E3CC21}"/>
              </a:ext>
            </a:extLst>
          </p:cNvPr>
          <p:cNvSpPr/>
          <p:nvPr/>
        </p:nvSpPr>
        <p:spPr>
          <a:xfrm>
            <a:off x="4810627" y="3346995"/>
            <a:ext cx="602974" cy="2429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1</a:t>
            </a:r>
            <a:endParaRPr lang="en-CA" sz="1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2AFF2E-C847-9432-5A43-1B06D005C39B}"/>
              </a:ext>
            </a:extLst>
          </p:cNvPr>
          <p:cNvSpPr/>
          <p:nvPr/>
        </p:nvSpPr>
        <p:spPr>
          <a:xfrm>
            <a:off x="1072389" y="3352801"/>
            <a:ext cx="602974" cy="2429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39</a:t>
            </a:r>
            <a:endParaRPr lang="en-CA" sz="1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46EF95-477A-2994-C3AB-36A8ABE4781F}"/>
              </a:ext>
            </a:extLst>
          </p:cNvPr>
          <p:cNvSpPr/>
          <p:nvPr/>
        </p:nvSpPr>
        <p:spPr>
          <a:xfrm>
            <a:off x="1688614" y="3352801"/>
            <a:ext cx="602974" cy="2429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38</a:t>
            </a:r>
            <a:endParaRPr lang="en-CA" sz="10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2FC212D-082A-DD72-F557-EFDFDD7E81AE}"/>
              </a:ext>
            </a:extLst>
          </p:cNvPr>
          <p:cNvCxnSpPr>
            <a:stCxn id="7" idx="3"/>
            <a:endCxn id="5" idx="1"/>
          </p:cNvCxnSpPr>
          <p:nvPr/>
        </p:nvCxnSpPr>
        <p:spPr>
          <a:xfrm flipV="1">
            <a:off x="2291588" y="3468473"/>
            <a:ext cx="2519039" cy="5806"/>
          </a:xfrm>
          <a:prstGeom prst="line">
            <a:avLst/>
          </a:prstGeom>
          <a:ln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8E2CCC9A-50A2-4505-C9BD-E02C96FA3D21}"/>
              </a:ext>
            </a:extLst>
          </p:cNvPr>
          <p:cNvSpPr/>
          <p:nvPr/>
        </p:nvSpPr>
        <p:spPr>
          <a:xfrm>
            <a:off x="934343" y="3026326"/>
            <a:ext cx="5356905" cy="803965"/>
          </a:xfrm>
          <a:prstGeom prst="rect">
            <a:avLst/>
          </a:prstGeom>
          <a:solidFill>
            <a:schemeClr val="accent1">
              <a:alpha val="37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µop Buffer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B25F58-38F6-83C5-4F48-A2B549834C2D}"/>
              </a:ext>
            </a:extLst>
          </p:cNvPr>
          <p:cNvSpPr/>
          <p:nvPr/>
        </p:nvSpPr>
        <p:spPr>
          <a:xfrm>
            <a:off x="2976934" y="2174847"/>
            <a:ext cx="1055758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ISA Instruction To µop map</a:t>
            </a:r>
            <a:endParaRPr lang="en-CA" sz="10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37A4C80-2BCC-3C11-C923-3C4DAB8C4306}"/>
              </a:ext>
            </a:extLst>
          </p:cNvPr>
          <p:cNvSpPr/>
          <p:nvPr/>
        </p:nvSpPr>
        <p:spPr>
          <a:xfrm>
            <a:off x="4101351" y="2180850"/>
            <a:ext cx="1055758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ISA Instruction To µop map</a:t>
            </a:r>
            <a:endParaRPr lang="en-CA" sz="10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21077F-E5D9-F73E-DB1C-EEC6A67D0F78}"/>
              </a:ext>
            </a:extLst>
          </p:cNvPr>
          <p:cNvSpPr/>
          <p:nvPr/>
        </p:nvSpPr>
        <p:spPr>
          <a:xfrm>
            <a:off x="5235490" y="2174846"/>
            <a:ext cx="1055758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ISA Instruction To µop map</a:t>
            </a:r>
            <a:endParaRPr lang="en-CA" sz="1000" dirty="0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57DAD130-1EBA-D481-F1A5-B3A938F02835}"/>
              </a:ext>
            </a:extLst>
          </p:cNvPr>
          <p:cNvSpPr/>
          <p:nvPr/>
        </p:nvSpPr>
        <p:spPr>
          <a:xfrm>
            <a:off x="3064522" y="2568041"/>
            <a:ext cx="880165" cy="45609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8 max</a:t>
            </a:r>
            <a:endParaRPr lang="en-CA" sz="1000" dirty="0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50CA5ED3-322C-7559-35C4-043568DD8612}"/>
              </a:ext>
            </a:extLst>
          </p:cNvPr>
          <p:cNvSpPr/>
          <p:nvPr/>
        </p:nvSpPr>
        <p:spPr>
          <a:xfrm>
            <a:off x="4206153" y="2572336"/>
            <a:ext cx="880165" cy="45609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8 max</a:t>
            </a:r>
            <a:endParaRPr lang="en-CA" sz="1000" dirty="0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A8A5A8C7-2086-0573-E87A-438924545018}"/>
              </a:ext>
            </a:extLst>
          </p:cNvPr>
          <p:cNvSpPr/>
          <p:nvPr/>
        </p:nvSpPr>
        <p:spPr>
          <a:xfrm>
            <a:off x="5331262" y="2560612"/>
            <a:ext cx="880165" cy="45609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8 max</a:t>
            </a:r>
            <a:endParaRPr lang="en-CA" sz="10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C036E97-6A6E-91A6-00FA-5A0CA58B6258}"/>
              </a:ext>
            </a:extLst>
          </p:cNvPr>
          <p:cNvSpPr/>
          <p:nvPr/>
        </p:nvSpPr>
        <p:spPr>
          <a:xfrm>
            <a:off x="5016016" y="4209775"/>
            <a:ext cx="828260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</a:t>
            </a:r>
          </a:p>
          <a:p>
            <a:pPr algn="ctr"/>
            <a:r>
              <a:rPr lang="en-US" sz="1000" dirty="0"/>
              <a:t>Decoder</a:t>
            </a:r>
            <a:endParaRPr lang="en-CA" sz="10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59D117E-4CA7-3EB2-4D18-F030347E7E1D}"/>
              </a:ext>
            </a:extLst>
          </p:cNvPr>
          <p:cNvSpPr/>
          <p:nvPr/>
        </p:nvSpPr>
        <p:spPr>
          <a:xfrm>
            <a:off x="4112660" y="4209774"/>
            <a:ext cx="828260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Decoder</a:t>
            </a:r>
            <a:endParaRPr lang="en-CA" sz="10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AB56C27-13CD-C453-B21B-1441EA8F9B66}"/>
              </a:ext>
            </a:extLst>
          </p:cNvPr>
          <p:cNvSpPr/>
          <p:nvPr/>
        </p:nvSpPr>
        <p:spPr>
          <a:xfrm>
            <a:off x="3212620" y="4209773"/>
            <a:ext cx="828260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Decoder</a:t>
            </a:r>
            <a:endParaRPr lang="en-CA" sz="1000" dirty="0"/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28FD4ACE-E61A-FB57-8942-C9CC134B29B5}"/>
              </a:ext>
            </a:extLst>
          </p:cNvPr>
          <p:cNvSpPr/>
          <p:nvPr/>
        </p:nvSpPr>
        <p:spPr>
          <a:xfrm>
            <a:off x="5094424" y="3830980"/>
            <a:ext cx="671444" cy="3787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8EB2289B-AE34-9E99-3CC6-12D783C305CB}"/>
              </a:ext>
            </a:extLst>
          </p:cNvPr>
          <p:cNvSpPr/>
          <p:nvPr/>
        </p:nvSpPr>
        <p:spPr>
          <a:xfrm>
            <a:off x="4191068" y="3830980"/>
            <a:ext cx="671444" cy="3787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32" name="Arrow: Down 31">
            <a:extLst>
              <a:ext uri="{FF2B5EF4-FFF2-40B4-BE49-F238E27FC236}">
                <a16:creationId xmlns:a16="http://schemas.microsoft.com/office/drawing/2014/main" id="{E53DA602-1E6E-0D37-E743-3B75023AF73F}"/>
              </a:ext>
            </a:extLst>
          </p:cNvPr>
          <p:cNvSpPr/>
          <p:nvPr/>
        </p:nvSpPr>
        <p:spPr>
          <a:xfrm>
            <a:off x="3287712" y="3830980"/>
            <a:ext cx="671444" cy="3787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8E88E834-F2D0-8CBB-4152-1AD564EECC86}"/>
              </a:ext>
            </a:extLst>
          </p:cNvPr>
          <p:cNvSpPr/>
          <p:nvPr/>
        </p:nvSpPr>
        <p:spPr>
          <a:xfrm>
            <a:off x="3151772" y="1661110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36" name="Arrow: Down 35">
            <a:extLst>
              <a:ext uri="{FF2B5EF4-FFF2-40B4-BE49-F238E27FC236}">
                <a16:creationId xmlns:a16="http://schemas.microsoft.com/office/drawing/2014/main" id="{500454C3-33B4-2D69-4E9E-1E9A00CFD8D0}"/>
              </a:ext>
            </a:extLst>
          </p:cNvPr>
          <p:cNvSpPr/>
          <p:nvPr/>
        </p:nvSpPr>
        <p:spPr>
          <a:xfrm>
            <a:off x="4278536" y="1661110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C0945E42-19F8-4A70-3D8A-3A2C77D87313}"/>
              </a:ext>
            </a:extLst>
          </p:cNvPr>
          <p:cNvSpPr/>
          <p:nvPr/>
        </p:nvSpPr>
        <p:spPr>
          <a:xfrm>
            <a:off x="5413601" y="1654204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011F6C4-3F05-4093-DF1A-05D8225E0985}"/>
              </a:ext>
            </a:extLst>
          </p:cNvPr>
          <p:cNvSpPr txBox="1"/>
          <p:nvPr/>
        </p:nvSpPr>
        <p:spPr>
          <a:xfrm>
            <a:off x="1462221" y="1245586"/>
            <a:ext cx="3734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Four instructions from Extract Stage</a:t>
            </a:r>
            <a:endParaRPr lang="en-CA" dirty="0"/>
          </a:p>
        </p:txBody>
      </p:sp>
      <p:sp>
        <p:nvSpPr>
          <p:cNvPr id="40" name="Arrow: Down 39">
            <a:extLst>
              <a:ext uri="{FF2B5EF4-FFF2-40B4-BE49-F238E27FC236}">
                <a16:creationId xmlns:a16="http://schemas.microsoft.com/office/drawing/2014/main" id="{5D206A29-C880-3014-024D-37528635716B}"/>
              </a:ext>
            </a:extLst>
          </p:cNvPr>
          <p:cNvSpPr/>
          <p:nvPr/>
        </p:nvSpPr>
        <p:spPr>
          <a:xfrm>
            <a:off x="3308692" y="4588562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41" name="Arrow: Down 40">
            <a:extLst>
              <a:ext uri="{FF2B5EF4-FFF2-40B4-BE49-F238E27FC236}">
                <a16:creationId xmlns:a16="http://schemas.microsoft.com/office/drawing/2014/main" id="{88EB1D7B-9441-432D-DDC9-5420CB809BB7}"/>
              </a:ext>
            </a:extLst>
          </p:cNvPr>
          <p:cNvSpPr/>
          <p:nvPr/>
        </p:nvSpPr>
        <p:spPr>
          <a:xfrm>
            <a:off x="4193915" y="4593145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42" name="Arrow: Down 41">
            <a:extLst>
              <a:ext uri="{FF2B5EF4-FFF2-40B4-BE49-F238E27FC236}">
                <a16:creationId xmlns:a16="http://schemas.microsoft.com/office/drawing/2014/main" id="{EE3858D5-56C8-D169-924B-EBFBE71AA31C}"/>
              </a:ext>
            </a:extLst>
          </p:cNvPr>
          <p:cNvSpPr/>
          <p:nvPr/>
        </p:nvSpPr>
        <p:spPr>
          <a:xfrm>
            <a:off x="5088946" y="4588562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E2C7DB7-1FAD-B106-9935-8AE626DD9E8A}"/>
              </a:ext>
            </a:extLst>
          </p:cNvPr>
          <p:cNvSpPr txBox="1"/>
          <p:nvPr/>
        </p:nvSpPr>
        <p:spPr>
          <a:xfrm>
            <a:off x="2186762" y="5093418"/>
            <a:ext cx="3927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Four decode busses to Rename Stage</a:t>
            </a:r>
            <a:endParaRPr lang="en-CA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D129218-44F0-AFD7-A77E-D2949684502A}"/>
              </a:ext>
            </a:extLst>
          </p:cNvPr>
          <p:cNvSpPr txBox="1"/>
          <p:nvPr/>
        </p:nvSpPr>
        <p:spPr>
          <a:xfrm>
            <a:off x="6248591" y="1614918"/>
            <a:ext cx="576199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Every clock cycle four micro-ops are decoded and sent to the rename stage.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micro-op buffer is shifted right by four micro-ops. When the buffer has four or fewer micro-ops left in it, a request is made to the extract stage for more instructions.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Incoming instructions are mapped very quickly onto one to eight micro-ops.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Micro-ops are stored in the buffer; between four </a:t>
            </a:r>
            <a:r>
              <a:rPr lang="en-US"/>
              <a:t>and thirty-two </a:t>
            </a:r>
            <a:r>
              <a:rPr lang="en-US" dirty="0"/>
              <a:t>micro-ops will fill the buffer.</a:t>
            </a:r>
            <a:endParaRPr lang="en-CA" dirty="0"/>
          </a:p>
        </p:txBody>
      </p:sp>
      <p:sp>
        <p:nvSpPr>
          <p:cNvPr id="45" name="Arrow: Bent-Up 44">
            <a:extLst>
              <a:ext uri="{FF2B5EF4-FFF2-40B4-BE49-F238E27FC236}">
                <a16:creationId xmlns:a16="http://schemas.microsoft.com/office/drawing/2014/main" id="{2CE723E4-9607-4DCE-9A39-21A48CCB278A}"/>
              </a:ext>
            </a:extLst>
          </p:cNvPr>
          <p:cNvSpPr/>
          <p:nvPr/>
        </p:nvSpPr>
        <p:spPr>
          <a:xfrm flipH="1">
            <a:off x="482429" y="1640513"/>
            <a:ext cx="440045" cy="1860807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7E9BD94-01FF-2408-B713-1605D4AE6EE5}"/>
              </a:ext>
            </a:extLst>
          </p:cNvPr>
          <p:cNvSpPr txBox="1"/>
          <p:nvPr/>
        </p:nvSpPr>
        <p:spPr>
          <a:xfrm>
            <a:off x="251890" y="1264197"/>
            <a:ext cx="8711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Instruction Request</a:t>
            </a:r>
            <a:endParaRPr lang="en-CA" sz="1000" dirty="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F458A2C-37D6-CBDA-6D34-AC5227237AA2}"/>
              </a:ext>
            </a:extLst>
          </p:cNvPr>
          <p:cNvCxnSpPr>
            <a:cxnSpLocks/>
          </p:cNvCxnSpPr>
          <p:nvPr/>
        </p:nvCxnSpPr>
        <p:spPr>
          <a:xfrm>
            <a:off x="699248" y="5085331"/>
            <a:ext cx="5244353" cy="2127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F7A2CB9A-6489-5872-503C-6BE8C8D7D1B7}"/>
              </a:ext>
            </a:extLst>
          </p:cNvPr>
          <p:cNvSpPr txBox="1"/>
          <p:nvPr/>
        </p:nvSpPr>
        <p:spPr>
          <a:xfrm>
            <a:off x="447787" y="4829602"/>
            <a:ext cx="1297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Pipeline Register</a:t>
            </a:r>
            <a:endParaRPr lang="en-CA" sz="1200" dirty="0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1C99CBB6-2A2D-F548-B0CB-76D152B61BEF}"/>
              </a:ext>
            </a:extLst>
          </p:cNvPr>
          <p:cNvSpPr/>
          <p:nvPr/>
        </p:nvSpPr>
        <p:spPr>
          <a:xfrm>
            <a:off x="2377645" y="3836501"/>
            <a:ext cx="671444" cy="3787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E55B2F-F886-D360-2A28-E02105DB82B2}"/>
              </a:ext>
            </a:extLst>
          </p:cNvPr>
          <p:cNvSpPr/>
          <p:nvPr/>
        </p:nvSpPr>
        <p:spPr>
          <a:xfrm>
            <a:off x="2309836" y="4218959"/>
            <a:ext cx="828260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Decoder</a:t>
            </a:r>
            <a:endParaRPr lang="en-CA" sz="1000" dirty="0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78A1C8BD-019C-4B6E-8163-4823757689DC}"/>
              </a:ext>
            </a:extLst>
          </p:cNvPr>
          <p:cNvSpPr/>
          <p:nvPr/>
        </p:nvSpPr>
        <p:spPr>
          <a:xfrm>
            <a:off x="2393898" y="4607498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74FD05-F8BC-B23B-4D15-A392433EF47C}"/>
              </a:ext>
            </a:extLst>
          </p:cNvPr>
          <p:cNvSpPr/>
          <p:nvPr/>
        </p:nvSpPr>
        <p:spPr>
          <a:xfrm>
            <a:off x="1854101" y="2177301"/>
            <a:ext cx="1055758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ISA Instruction To µop map</a:t>
            </a:r>
            <a:endParaRPr lang="en-CA" sz="1000" dirty="0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D4B7D24E-7521-1BB3-73FE-FF986C506178}"/>
              </a:ext>
            </a:extLst>
          </p:cNvPr>
          <p:cNvSpPr/>
          <p:nvPr/>
        </p:nvSpPr>
        <p:spPr>
          <a:xfrm>
            <a:off x="1916718" y="2560843"/>
            <a:ext cx="880165" cy="45609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8 max</a:t>
            </a:r>
            <a:endParaRPr lang="en-CA" sz="1000" dirty="0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B716BC00-0FF1-C3E5-C4EF-900E736199DB}"/>
              </a:ext>
            </a:extLst>
          </p:cNvPr>
          <p:cNvSpPr/>
          <p:nvPr/>
        </p:nvSpPr>
        <p:spPr>
          <a:xfrm>
            <a:off x="2009901" y="1654204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</p:spTree>
    <p:extLst>
      <p:ext uri="{BB962C8B-B14F-4D97-AF65-F5344CB8AC3E}">
        <p14:creationId xmlns:p14="http://schemas.microsoft.com/office/powerpoint/2010/main" val="2594290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E7671-DA3D-5C66-D0DC-22B672A22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Qupls2026: Decode Stage (more)</a:t>
            </a:r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4AD4A4-17BF-2703-AB80-4C6C1AAA3027}"/>
              </a:ext>
            </a:extLst>
          </p:cNvPr>
          <p:cNvSpPr/>
          <p:nvPr/>
        </p:nvSpPr>
        <p:spPr>
          <a:xfrm>
            <a:off x="5370512" y="2442817"/>
            <a:ext cx="602974" cy="2429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0</a:t>
            </a:r>
            <a:endParaRPr lang="en-CA" sz="1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F24EA5-DFAE-FB83-6A50-D69CF1C2B5C9}"/>
              </a:ext>
            </a:extLst>
          </p:cNvPr>
          <p:cNvSpPr/>
          <p:nvPr/>
        </p:nvSpPr>
        <p:spPr>
          <a:xfrm>
            <a:off x="4754287" y="2442817"/>
            <a:ext cx="602974" cy="2429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1</a:t>
            </a:r>
            <a:endParaRPr lang="en-CA" sz="1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7E7B95-30A7-75E7-609B-7E49FA75F5AE}"/>
              </a:ext>
            </a:extLst>
          </p:cNvPr>
          <p:cNvSpPr/>
          <p:nvPr/>
        </p:nvSpPr>
        <p:spPr>
          <a:xfrm>
            <a:off x="1394860" y="2442817"/>
            <a:ext cx="602974" cy="2429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39</a:t>
            </a:r>
            <a:endParaRPr lang="en-CA" sz="1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7BB0F3-B210-B42C-7680-42C0E660F87F}"/>
              </a:ext>
            </a:extLst>
          </p:cNvPr>
          <p:cNvSpPr/>
          <p:nvPr/>
        </p:nvSpPr>
        <p:spPr>
          <a:xfrm>
            <a:off x="2011085" y="2442817"/>
            <a:ext cx="602974" cy="2429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38</a:t>
            </a:r>
            <a:endParaRPr lang="en-CA" sz="10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9E68FD5-C5F9-6F14-44AD-C6A022421526}"/>
              </a:ext>
            </a:extLst>
          </p:cNvPr>
          <p:cNvCxnSpPr>
            <a:stCxn id="7" idx="3"/>
            <a:endCxn id="5" idx="1"/>
          </p:cNvCxnSpPr>
          <p:nvPr/>
        </p:nvCxnSpPr>
        <p:spPr>
          <a:xfrm>
            <a:off x="2614059" y="2564295"/>
            <a:ext cx="2140228" cy="0"/>
          </a:xfrm>
          <a:prstGeom prst="line">
            <a:avLst/>
          </a:prstGeom>
          <a:ln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14B384DD-9D81-9F38-26B7-8F5F8B7F8585}"/>
              </a:ext>
            </a:extLst>
          </p:cNvPr>
          <p:cNvSpPr/>
          <p:nvPr/>
        </p:nvSpPr>
        <p:spPr>
          <a:xfrm>
            <a:off x="1256869" y="2117027"/>
            <a:ext cx="4909933" cy="803965"/>
          </a:xfrm>
          <a:prstGeom prst="rect">
            <a:avLst/>
          </a:prstGeom>
          <a:solidFill>
            <a:schemeClr val="accent1">
              <a:alpha val="37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µop Buffer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AC6772-5CAE-D455-76B9-125EBA8890A0}"/>
              </a:ext>
            </a:extLst>
          </p:cNvPr>
          <p:cNvSpPr/>
          <p:nvPr/>
        </p:nvSpPr>
        <p:spPr>
          <a:xfrm>
            <a:off x="5338487" y="3299791"/>
            <a:ext cx="828260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Constant</a:t>
            </a:r>
          </a:p>
          <a:p>
            <a:pPr algn="ctr"/>
            <a:r>
              <a:rPr lang="en-US" sz="1000" dirty="0"/>
              <a:t>Decoder</a:t>
            </a:r>
            <a:endParaRPr lang="en-CA" sz="1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66567A-F74A-5D9D-884D-C2834A78E3C1}"/>
              </a:ext>
            </a:extLst>
          </p:cNvPr>
          <p:cNvSpPr/>
          <p:nvPr/>
        </p:nvSpPr>
        <p:spPr>
          <a:xfrm>
            <a:off x="4435131" y="3299790"/>
            <a:ext cx="828260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Constant Decoder</a:t>
            </a:r>
            <a:endParaRPr lang="en-CA" sz="1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C8B6FA-7594-683E-4007-B926AA8E9AF7}"/>
              </a:ext>
            </a:extLst>
          </p:cNvPr>
          <p:cNvSpPr/>
          <p:nvPr/>
        </p:nvSpPr>
        <p:spPr>
          <a:xfrm>
            <a:off x="3535091" y="3299789"/>
            <a:ext cx="828260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Constant Decoder</a:t>
            </a:r>
            <a:endParaRPr lang="en-CA" sz="1000" dirty="0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2B24E940-0B48-B6F9-43EE-ACD39C492235}"/>
              </a:ext>
            </a:extLst>
          </p:cNvPr>
          <p:cNvSpPr/>
          <p:nvPr/>
        </p:nvSpPr>
        <p:spPr>
          <a:xfrm>
            <a:off x="5416895" y="2920996"/>
            <a:ext cx="671444" cy="3787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3A842CB9-063C-921F-FDA3-3CF2596102FF}"/>
              </a:ext>
            </a:extLst>
          </p:cNvPr>
          <p:cNvSpPr/>
          <p:nvPr/>
        </p:nvSpPr>
        <p:spPr>
          <a:xfrm>
            <a:off x="4513539" y="2920996"/>
            <a:ext cx="671444" cy="3787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772DF459-39E8-C005-6FD2-D052727A0B36}"/>
              </a:ext>
            </a:extLst>
          </p:cNvPr>
          <p:cNvSpPr/>
          <p:nvPr/>
        </p:nvSpPr>
        <p:spPr>
          <a:xfrm>
            <a:off x="3610183" y="2920996"/>
            <a:ext cx="671444" cy="3787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6764D332-B889-AF93-14C7-5BC631FE0D2D}"/>
              </a:ext>
            </a:extLst>
          </p:cNvPr>
          <p:cNvSpPr/>
          <p:nvPr/>
        </p:nvSpPr>
        <p:spPr>
          <a:xfrm>
            <a:off x="3631163" y="3678578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2</a:t>
            </a:r>
            <a:endParaRPr lang="en-CA" sz="1000" dirty="0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BCB05E56-0A5C-3EB0-890A-604E7BC1B2F4}"/>
              </a:ext>
            </a:extLst>
          </p:cNvPr>
          <p:cNvSpPr/>
          <p:nvPr/>
        </p:nvSpPr>
        <p:spPr>
          <a:xfrm>
            <a:off x="4516386" y="3683161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2</a:t>
            </a:r>
            <a:endParaRPr lang="en-CA" sz="1000" dirty="0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7DC7C2C0-1EEB-76FA-DAB3-351C6C3A3840}"/>
              </a:ext>
            </a:extLst>
          </p:cNvPr>
          <p:cNvSpPr/>
          <p:nvPr/>
        </p:nvSpPr>
        <p:spPr>
          <a:xfrm>
            <a:off x="5411417" y="3678578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2</a:t>
            </a:r>
            <a:endParaRPr lang="en-CA" sz="1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BD60F5D-0A1C-F533-8A90-2EA3F585F33B}"/>
              </a:ext>
            </a:extLst>
          </p:cNvPr>
          <p:cNvSpPr txBox="1"/>
          <p:nvPr/>
        </p:nvSpPr>
        <p:spPr>
          <a:xfrm>
            <a:off x="2509233" y="4183434"/>
            <a:ext cx="3455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Eight constants to Rename Stage</a:t>
            </a:r>
            <a:endParaRPr lang="en-CA" dirty="0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7D89D6E8-8402-28E1-B2C1-45D30B4E48D0}"/>
              </a:ext>
            </a:extLst>
          </p:cNvPr>
          <p:cNvSpPr/>
          <p:nvPr/>
        </p:nvSpPr>
        <p:spPr>
          <a:xfrm>
            <a:off x="1289879" y="3331881"/>
            <a:ext cx="1324180" cy="30480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55F8F2-3C54-61B6-A69B-0BD7ED6565C5}"/>
              </a:ext>
            </a:extLst>
          </p:cNvPr>
          <p:cNvSpPr txBox="1"/>
          <p:nvPr/>
        </p:nvSpPr>
        <p:spPr>
          <a:xfrm>
            <a:off x="46708" y="3060483"/>
            <a:ext cx="27944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Cache line from decode (512 bits)</a:t>
            </a:r>
            <a:endParaRPr lang="en-CA" sz="1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A53338-E8D4-C04A-D5CE-71EE6678BA98}"/>
              </a:ext>
            </a:extLst>
          </p:cNvPr>
          <p:cNvSpPr txBox="1"/>
          <p:nvPr/>
        </p:nvSpPr>
        <p:spPr>
          <a:xfrm>
            <a:off x="6519485" y="1796903"/>
            <a:ext cx="53677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Indexes to cache line constants are decoded from the micro-ops and the cache line.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may be two cache line constants per micro-op if the micro-op is a store instruction.</a:t>
            </a:r>
            <a:endParaRPr lang="en-CA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546485E-E911-C3C8-8592-D1C3A1AE9D55}"/>
              </a:ext>
            </a:extLst>
          </p:cNvPr>
          <p:cNvCxnSpPr>
            <a:cxnSpLocks/>
          </p:cNvCxnSpPr>
          <p:nvPr/>
        </p:nvCxnSpPr>
        <p:spPr>
          <a:xfrm>
            <a:off x="982470" y="4172797"/>
            <a:ext cx="5244353" cy="2127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879055E-A3B6-33BB-6AA1-1E14C0F80EF3}"/>
              </a:ext>
            </a:extLst>
          </p:cNvPr>
          <p:cNvSpPr txBox="1"/>
          <p:nvPr/>
        </p:nvSpPr>
        <p:spPr>
          <a:xfrm>
            <a:off x="731009" y="3917068"/>
            <a:ext cx="1297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Pipeline Register</a:t>
            </a:r>
            <a:endParaRPr lang="en-CA" sz="12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BED6292-BB18-2FAE-6D6C-93BDEAE38338}"/>
              </a:ext>
            </a:extLst>
          </p:cNvPr>
          <p:cNvSpPr/>
          <p:nvPr/>
        </p:nvSpPr>
        <p:spPr>
          <a:xfrm>
            <a:off x="9834545" y="3902318"/>
            <a:ext cx="828260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Rd</a:t>
            </a:r>
          </a:p>
          <a:p>
            <a:pPr algn="ctr"/>
            <a:r>
              <a:rPr lang="en-US" sz="1000" dirty="0"/>
              <a:t>Decoder</a:t>
            </a:r>
            <a:endParaRPr lang="en-CA" sz="10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ADBB742-49D9-B694-015D-E5AD3D66E5EF}"/>
              </a:ext>
            </a:extLst>
          </p:cNvPr>
          <p:cNvSpPr/>
          <p:nvPr/>
        </p:nvSpPr>
        <p:spPr>
          <a:xfrm>
            <a:off x="8931189" y="3902317"/>
            <a:ext cx="828260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Rd Decoder</a:t>
            </a:r>
            <a:endParaRPr lang="en-CA" sz="10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4EE2ED6-9B55-325E-7669-24BFEBA54FB0}"/>
              </a:ext>
            </a:extLst>
          </p:cNvPr>
          <p:cNvSpPr/>
          <p:nvPr/>
        </p:nvSpPr>
        <p:spPr>
          <a:xfrm>
            <a:off x="8031149" y="3902316"/>
            <a:ext cx="828260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Rd Decoder</a:t>
            </a:r>
            <a:endParaRPr lang="en-CA" sz="1000" dirty="0"/>
          </a:p>
        </p:txBody>
      </p:sp>
      <p:sp>
        <p:nvSpPr>
          <p:cNvPr id="33" name="Arrow: Down 32">
            <a:extLst>
              <a:ext uri="{FF2B5EF4-FFF2-40B4-BE49-F238E27FC236}">
                <a16:creationId xmlns:a16="http://schemas.microsoft.com/office/drawing/2014/main" id="{691A6D0B-6F39-DDB9-0073-6641DDC9D3E1}"/>
              </a:ext>
            </a:extLst>
          </p:cNvPr>
          <p:cNvSpPr/>
          <p:nvPr/>
        </p:nvSpPr>
        <p:spPr>
          <a:xfrm>
            <a:off x="8127221" y="4281105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4A1DCE78-6AF5-928D-9C75-DFD072429CA4}"/>
              </a:ext>
            </a:extLst>
          </p:cNvPr>
          <p:cNvSpPr/>
          <p:nvPr/>
        </p:nvSpPr>
        <p:spPr>
          <a:xfrm>
            <a:off x="9012444" y="4285688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E5E3A3FE-6736-FC9C-DA77-F9B694541F34}"/>
              </a:ext>
            </a:extLst>
          </p:cNvPr>
          <p:cNvSpPr/>
          <p:nvPr/>
        </p:nvSpPr>
        <p:spPr>
          <a:xfrm>
            <a:off x="9907475" y="4281105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4F5672D-C543-A461-3B78-FBF971DAEE0C}"/>
              </a:ext>
            </a:extLst>
          </p:cNvPr>
          <p:cNvSpPr txBox="1"/>
          <p:nvPr/>
        </p:nvSpPr>
        <p:spPr>
          <a:xfrm>
            <a:off x="6991458" y="5742724"/>
            <a:ext cx="4263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Four destination names to Rename Stage</a:t>
            </a:r>
            <a:endParaRPr lang="en-CA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12B7482-2A08-6F41-E94E-C497C87E31DA}"/>
              </a:ext>
            </a:extLst>
          </p:cNvPr>
          <p:cNvSpPr/>
          <p:nvPr/>
        </p:nvSpPr>
        <p:spPr>
          <a:xfrm>
            <a:off x="6966666" y="4785962"/>
            <a:ext cx="3806021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Name Supplier</a:t>
            </a:r>
            <a:endParaRPr lang="en-CA" sz="1400" dirty="0"/>
          </a:p>
        </p:txBody>
      </p:sp>
      <p:sp>
        <p:nvSpPr>
          <p:cNvPr id="39" name="Arrow: Down 38">
            <a:extLst>
              <a:ext uri="{FF2B5EF4-FFF2-40B4-BE49-F238E27FC236}">
                <a16:creationId xmlns:a16="http://schemas.microsoft.com/office/drawing/2014/main" id="{FE7656EC-8295-5EF1-371B-D581D82F9972}"/>
              </a:ext>
            </a:extLst>
          </p:cNvPr>
          <p:cNvSpPr/>
          <p:nvPr/>
        </p:nvSpPr>
        <p:spPr>
          <a:xfrm>
            <a:off x="8177010" y="5172653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40" name="Arrow: Down 39">
            <a:extLst>
              <a:ext uri="{FF2B5EF4-FFF2-40B4-BE49-F238E27FC236}">
                <a16:creationId xmlns:a16="http://schemas.microsoft.com/office/drawing/2014/main" id="{E29C00F9-653E-273D-EFAC-AC16EDD7B1F0}"/>
              </a:ext>
            </a:extLst>
          </p:cNvPr>
          <p:cNvSpPr/>
          <p:nvPr/>
        </p:nvSpPr>
        <p:spPr>
          <a:xfrm>
            <a:off x="9023609" y="5157102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41" name="Arrow: Down 40">
            <a:extLst>
              <a:ext uri="{FF2B5EF4-FFF2-40B4-BE49-F238E27FC236}">
                <a16:creationId xmlns:a16="http://schemas.microsoft.com/office/drawing/2014/main" id="{C4049C58-6EF9-C4EE-3743-CEA155E40310}"/>
              </a:ext>
            </a:extLst>
          </p:cNvPr>
          <p:cNvSpPr/>
          <p:nvPr/>
        </p:nvSpPr>
        <p:spPr>
          <a:xfrm>
            <a:off x="9959726" y="5164748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1E26CE4-3F48-FC77-2A5C-1DEC527936D1}"/>
              </a:ext>
            </a:extLst>
          </p:cNvPr>
          <p:cNvCxnSpPr>
            <a:cxnSpLocks/>
          </p:cNvCxnSpPr>
          <p:nvPr/>
        </p:nvCxnSpPr>
        <p:spPr>
          <a:xfrm>
            <a:off x="5671999" y="5669604"/>
            <a:ext cx="5244353" cy="2127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AE1F377B-99D7-DE06-8836-5BF77A01FA42}"/>
              </a:ext>
            </a:extLst>
          </p:cNvPr>
          <p:cNvSpPr txBox="1"/>
          <p:nvPr/>
        </p:nvSpPr>
        <p:spPr>
          <a:xfrm>
            <a:off x="5669580" y="5445866"/>
            <a:ext cx="1297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Pipeline Register</a:t>
            </a:r>
            <a:endParaRPr lang="en-CA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62323E0-9BAE-F6C4-714E-F9E79BCCEBD7}"/>
              </a:ext>
            </a:extLst>
          </p:cNvPr>
          <p:cNvSpPr txBox="1"/>
          <p:nvPr/>
        </p:nvSpPr>
        <p:spPr>
          <a:xfrm>
            <a:off x="462791" y="5155294"/>
            <a:ext cx="4800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destination register from each micro-op decoder is fed to the name supplier which supplies a rename for the register.</a:t>
            </a:r>
            <a:endParaRPr lang="en-CA" dirty="0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1C63C0F5-DD13-944B-7406-0229744035D4}"/>
              </a:ext>
            </a:extLst>
          </p:cNvPr>
          <p:cNvSpPr/>
          <p:nvPr/>
        </p:nvSpPr>
        <p:spPr>
          <a:xfrm>
            <a:off x="2706827" y="2918775"/>
            <a:ext cx="671444" cy="3787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54DFADE-6461-BE11-6516-7F0481608F40}"/>
              </a:ext>
            </a:extLst>
          </p:cNvPr>
          <p:cNvSpPr/>
          <p:nvPr/>
        </p:nvSpPr>
        <p:spPr>
          <a:xfrm>
            <a:off x="2642221" y="3305701"/>
            <a:ext cx="828260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Constant Decoder</a:t>
            </a:r>
            <a:endParaRPr lang="en-CA" sz="1000" dirty="0"/>
          </a:p>
        </p:txBody>
      </p:sp>
      <p:sp>
        <p:nvSpPr>
          <p:cNvPr id="46" name="Arrow: Down 45">
            <a:extLst>
              <a:ext uri="{FF2B5EF4-FFF2-40B4-BE49-F238E27FC236}">
                <a16:creationId xmlns:a16="http://schemas.microsoft.com/office/drawing/2014/main" id="{3BA76494-59BD-BBA6-0C26-88DE139CCB57}"/>
              </a:ext>
            </a:extLst>
          </p:cNvPr>
          <p:cNvSpPr/>
          <p:nvPr/>
        </p:nvSpPr>
        <p:spPr>
          <a:xfrm>
            <a:off x="2706827" y="3690014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2</a:t>
            </a:r>
            <a:endParaRPr lang="en-CA" sz="10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9738219-BF0F-73E1-B3BF-0ABF674AEF79}"/>
              </a:ext>
            </a:extLst>
          </p:cNvPr>
          <p:cNvSpPr/>
          <p:nvPr/>
        </p:nvSpPr>
        <p:spPr>
          <a:xfrm>
            <a:off x="7133038" y="3901361"/>
            <a:ext cx="828260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Rd Decoder</a:t>
            </a:r>
            <a:endParaRPr lang="en-CA" sz="1000" dirty="0"/>
          </a:p>
        </p:txBody>
      </p:sp>
      <p:sp>
        <p:nvSpPr>
          <p:cNvPr id="48" name="Arrow: Down 47">
            <a:extLst>
              <a:ext uri="{FF2B5EF4-FFF2-40B4-BE49-F238E27FC236}">
                <a16:creationId xmlns:a16="http://schemas.microsoft.com/office/drawing/2014/main" id="{9AF7ABA2-89A2-AED6-67CE-918A8BD4D988}"/>
              </a:ext>
            </a:extLst>
          </p:cNvPr>
          <p:cNvSpPr/>
          <p:nvPr/>
        </p:nvSpPr>
        <p:spPr>
          <a:xfrm>
            <a:off x="7205968" y="4285688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49" name="Arrow: Down 48">
            <a:extLst>
              <a:ext uri="{FF2B5EF4-FFF2-40B4-BE49-F238E27FC236}">
                <a16:creationId xmlns:a16="http://schemas.microsoft.com/office/drawing/2014/main" id="{E6834225-5EDD-04D9-745E-B28DD8D19548}"/>
              </a:ext>
            </a:extLst>
          </p:cNvPr>
          <p:cNvSpPr/>
          <p:nvPr/>
        </p:nvSpPr>
        <p:spPr>
          <a:xfrm>
            <a:off x="7220384" y="5166839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</p:spTree>
    <p:extLst>
      <p:ext uri="{BB962C8B-B14F-4D97-AF65-F5344CB8AC3E}">
        <p14:creationId xmlns:p14="http://schemas.microsoft.com/office/powerpoint/2010/main" val="2694914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C03-86BC-47B3-352E-CEAFA8E49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39" y="69161"/>
            <a:ext cx="10515600" cy="858492"/>
          </a:xfrm>
        </p:spPr>
        <p:txBody>
          <a:bodyPr/>
          <a:lstStyle/>
          <a:p>
            <a:r>
              <a:rPr lang="en-US" dirty="0"/>
              <a:t>Qupls2026: Rename Stage (*_ren)</a:t>
            </a:r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4B65C0-C075-F47A-4C2D-095EB317A5EB}"/>
              </a:ext>
            </a:extLst>
          </p:cNvPr>
          <p:cNvSpPr/>
          <p:nvPr/>
        </p:nvSpPr>
        <p:spPr>
          <a:xfrm>
            <a:off x="1236869" y="2223464"/>
            <a:ext cx="3335131" cy="7450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RAT – Register Alias Table</a:t>
            </a:r>
            <a:endParaRPr lang="en-CA" dirty="0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21F37D6B-60A6-4809-18D2-0553D99F0657}"/>
              </a:ext>
            </a:extLst>
          </p:cNvPr>
          <p:cNvSpPr/>
          <p:nvPr/>
        </p:nvSpPr>
        <p:spPr>
          <a:xfrm>
            <a:off x="1374618" y="1718608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3E05A981-F263-3DEA-4B79-93D96CD6F334}"/>
              </a:ext>
            </a:extLst>
          </p:cNvPr>
          <p:cNvSpPr/>
          <p:nvPr/>
        </p:nvSpPr>
        <p:spPr>
          <a:xfrm>
            <a:off x="3012703" y="1718608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6B408B6E-9266-6253-28A7-D617276ACB7E}"/>
              </a:ext>
            </a:extLst>
          </p:cNvPr>
          <p:cNvSpPr/>
          <p:nvPr/>
        </p:nvSpPr>
        <p:spPr>
          <a:xfrm>
            <a:off x="3803628" y="1718608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884DDB-E400-F85E-C54B-73F8148E9286}"/>
              </a:ext>
            </a:extLst>
          </p:cNvPr>
          <p:cNvSpPr txBox="1"/>
          <p:nvPr/>
        </p:nvSpPr>
        <p:spPr>
          <a:xfrm>
            <a:off x="449758" y="1345362"/>
            <a:ext cx="52310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Four pairs of destination registers and corresponding renames from decode stage.</a:t>
            </a:r>
            <a:endParaRPr lang="en-CA" sz="11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F59A06-E107-C4DA-E239-7FFF06028AB4}"/>
              </a:ext>
            </a:extLst>
          </p:cNvPr>
          <p:cNvSpPr/>
          <p:nvPr/>
        </p:nvSpPr>
        <p:spPr>
          <a:xfrm>
            <a:off x="1236869" y="3230217"/>
            <a:ext cx="3335131" cy="8912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Asynchronous Architectural Register to Physical Register Mapping Process</a:t>
            </a:r>
          </a:p>
          <a:p>
            <a:pPr algn="ctr"/>
            <a:r>
              <a:rPr lang="en-US" sz="1400" dirty="0"/>
              <a:t>12 micro-op Window</a:t>
            </a:r>
            <a:endParaRPr lang="en-CA" sz="1400" dirty="0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3FFFE904-FC5E-7191-48EF-8681D2D72CFC}"/>
              </a:ext>
            </a:extLst>
          </p:cNvPr>
          <p:cNvSpPr/>
          <p:nvPr/>
        </p:nvSpPr>
        <p:spPr>
          <a:xfrm>
            <a:off x="2210903" y="2968487"/>
            <a:ext cx="1387061" cy="26173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4</a:t>
            </a:r>
            <a:endParaRPr lang="en-CA" sz="12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F84A15-A557-90EA-5304-0D62AFC89888}"/>
              </a:ext>
            </a:extLst>
          </p:cNvPr>
          <p:cNvSpPr/>
          <p:nvPr/>
        </p:nvSpPr>
        <p:spPr>
          <a:xfrm>
            <a:off x="1236869" y="4624049"/>
            <a:ext cx="8941712" cy="4910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ROB – Reordering Buffer</a:t>
            </a:r>
            <a:endParaRPr lang="en-CA" dirty="0"/>
          </a:p>
        </p:txBody>
      </p:sp>
      <p:sp>
        <p:nvSpPr>
          <p:cNvPr id="14" name="Arrow: Up-Down 13">
            <a:extLst>
              <a:ext uri="{FF2B5EF4-FFF2-40B4-BE49-F238E27FC236}">
                <a16:creationId xmlns:a16="http://schemas.microsoft.com/office/drawing/2014/main" id="{B0919AED-0038-7998-4F1A-E2D1E32EF48B}"/>
              </a:ext>
            </a:extLst>
          </p:cNvPr>
          <p:cNvSpPr/>
          <p:nvPr/>
        </p:nvSpPr>
        <p:spPr>
          <a:xfrm>
            <a:off x="2693415" y="4133026"/>
            <a:ext cx="371846" cy="491023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8D0B9637-390A-B8AE-5174-22A11D566EB8}"/>
              </a:ext>
            </a:extLst>
          </p:cNvPr>
          <p:cNvSpPr/>
          <p:nvPr/>
        </p:nvSpPr>
        <p:spPr>
          <a:xfrm>
            <a:off x="6665217" y="3867747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0AEF3255-2792-1393-10C7-EACB7FE6FA25}"/>
              </a:ext>
            </a:extLst>
          </p:cNvPr>
          <p:cNvSpPr/>
          <p:nvPr/>
        </p:nvSpPr>
        <p:spPr>
          <a:xfrm>
            <a:off x="7582921" y="3867747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185D9C73-D53B-6B12-9071-3F3AAC435CBE}"/>
              </a:ext>
            </a:extLst>
          </p:cNvPr>
          <p:cNvSpPr/>
          <p:nvPr/>
        </p:nvSpPr>
        <p:spPr>
          <a:xfrm>
            <a:off x="8468144" y="3872330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BA68F8-B915-B07A-3079-B8213D03056F}"/>
              </a:ext>
            </a:extLst>
          </p:cNvPr>
          <p:cNvSpPr txBox="1"/>
          <p:nvPr/>
        </p:nvSpPr>
        <p:spPr>
          <a:xfrm>
            <a:off x="6113494" y="3521972"/>
            <a:ext cx="40650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Four micro-ops with constants from Decode Stage</a:t>
            </a:r>
            <a:endParaRPr lang="en-CA" sz="14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A094BEB-D5B3-E416-38DC-9104BC8E8895}"/>
              </a:ext>
            </a:extLst>
          </p:cNvPr>
          <p:cNvCxnSpPr>
            <a:cxnSpLocks/>
          </p:cNvCxnSpPr>
          <p:nvPr/>
        </p:nvCxnSpPr>
        <p:spPr>
          <a:xfrm>
            <a:off x="4934228" y="4361966"/>
            <a:ext cx="5244353" cy="2127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42CF461-9B0D-FE66-E0EC-66372F248F2F}"/>
              </a:ext>
            </a:extLst>
          </p:cNvPr>
          <p:cNvSpPr txBox="1"/>
          <p:nvPr/>
        </p:nvSpPr>
        <p:spPr>
          <a:xfrm>
            <a:off x="4682767" y="4106237"/>
            <a:ext cx="1297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Pipeline Register</a:t>
            </a:r>
            <a:endParaRPr lang="en-CA" sz="1200" dirty="0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63B6F1BE-8984-CBE6-5587-9F69C8F532A4}"/>
              </a:ext>
            </a:extLst>
          </p:cNvPr>
          <p:cNvSpPr/>
          <p:nvPr/>
        </p:nvSpPr>
        <p:spPr>
          <a:xfrm>
            <a:off x="7673202" y="4383236"/>
            <a:ext cx="1387061" cy="26173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4</a:t>
            </a:r>
            <a:endParaRPr lang="en-CA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F40078-1B1A-C5F3-E335-3852214F2A33}"/>
              </a:ext>
            </a:extLst>
          </p:cNvPr>
          <p:cNvSpPr txBox="1"/>
          <p:nvPr/>
        </p:nvSpPr>
        <p:spPr>
          <a:xfrm>
            <a:off x="5715000" y="1160696"/>
            <a:ext cx="602724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register alias table is updated with info from the decode stage.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An asynchronous process matches unmapped architectural registers to physical register and maps them.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Micro-op and constants are enqueued in the re-order buffer</a:t>
            </a:r>
            <a:endParaRPr lang="en-CA" sz="1600" dirty="0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A7487C35-0C63-3388-3805-0DB75FA788A0}"/>
              </a:ext>
            </a:extLst>
          </p:cNvPr>
          <p:cNvSpPr/>
          <p:nvPr/>
        </p:nvSpPr>
        <p:spPr>
          <a:xfrm>
            <a:off x="2196939" y="1707088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CC8DE211-FE85-5EE1-1044-649C28555208}"/>
              </a:ext>
            </a:extLst>
          </p:cNvPr>
          <p:cNvSpPr/>
          <p:nvPr/>
        </p:nvSpPr>
        <p:spPr>
          <a:xfrm>
            <a:off x="9256395" y="3880598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</p:spTree>
    <p:extLst>
      <p:ext uri="{BB962C8B-B14F-4D97-AF65-F5344CB8AC3E}">
        <p14:creationId xmlns:p14="http://schemas.microsoft.com/office/powerpoint/2010/main" val="522921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8E9CFA1-3825-4851-2C50-2193AC6FE028}"/>
              </a:ext>
            </a:extLst>
          </p:cNvPr>
          <p:cNvSpPr/>
          <p:nvPr/>
        </p:nvSpPr>
        <p:spPr>
          <a:xfrm>
            <a:off x="5864159" y="3730706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FSQRT</a:t>
            </a:r>
            <a:endParaRPr lang="en-CA" sz="1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6E320B-18AF-E5BE-A9B7-C628FE8AAB67}"/>
              </a:ext>
            </a:extLst>
          </p:cNvPr>
          <p:cNvSpPr/>
          <p:nvPr/>
        </p:nvSpPr>
        <p:spPr>
          <a:xfrm>
            <a:off x="5864241" y="3481947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FDIV</a:t>
            </a:r>
            <a:endParaRPr lang="en-CA" sz="1000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FEF0634-1D91-3B54-C02B-6679ACB17214}"/>
              </a:ext>
            </a:extLst>
          </p:cNvPr>
          <p:cNvSpPr/>
          <p:nvPr/>
        </p:nvSpPr>
        <p:spPr>
          <a:xfrm>
            <a:off x="10778470" y="3236713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FPU</a:t>
            </a:r>
            <a:endParaRPr lang="en-CA" sz="1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30D39D-FAB4-71A0-50A9-AAFD49CFD4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443" y="269806"/>
            <a:ext cx="9144000" cy="529741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Qupls2026: Execute Stage</a:t>
            </a:r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0B9CAB-33A3-DF06-299D-C7D0E79C34DD}"/>
              </a:ext>
            </a:extLst>
          </p:cNvPr>
          <p:cNvSpPr/>
          <p:nvPr/>
        </p:nvSpPr>
        <p:spPr>
          <a:xfrm>
            <a:off x="740186" y="3238922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SAU #0</a:t>
            </a:r>
            <a:endParaRPr lang="en-CA" sz="1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65363E-0D61-E897-910A-F370A5032ED8}"/>
              </a:ext>
            </a:extLst>
          </p:cNvPr>
          <p:cNvSpPr/>
          <p:nvPr/>
        </p:nvSpPr>
        <p:spPr>
          <a:xfrm>
            <a:off x="1592760" y="3241131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SAU #1</a:t>
            </a:r>
            <a:endParaRPr lang="en-CA" sz="1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D6549B-CBC1-E564-88F0-22B7DD569F76}"/>
              </a:ext>
            </a:extLst>
          </p:cNvPr>
          <p:cNvSpPr/>
          <p:nvPr/>
        </p:nvSpPr>
        <p:spPr>
          <a:xfrm>
            <a:off x="2445334" y="3243339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IMUL</a:t>
            </a:r>
            <a:endParaRPr lang="en-CA" sz="1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8F65F8-FB16-5708-1549-E0B42AB137A9}"/>
              </a:ext>
            </a:extLst>
          </p:cNvPr>
          <p:cNvSpPr/>
          <p:nvPr/>
        </p:nvSpPr>
        <p:spPr>
          <a:xfrm>
            <a:off x="3297908" y="3238922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IDIV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B19B70-FD33-3B9B-AEC7-C546F3CD38AC}"/>
              </a:ext>
            </a:extLst>
          </p:cNvPr>
          <p:cNvSpPr/>
          <p:nvPr/>
        </p:nvSpPr>
        <p:spPr>
          <a:xfrm>
            <a:off x="4150482" y="3236713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FMA #0</a:t>
            </a:r>
            <a:endParaRPr lang="en-CA" sz="1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B13E1A-8BA1-FD2E-298B-39A9773492D9}"/>
              </a:ext>
            </a:extLst>
          </p:cNvPr>
          <p:cNvSpPr/>
          <p:nvPr/>
        </p:nvSpPr>
        <p:spPr>
          <a:xfrm>
            <a:off x="5855630" y="3236713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TRIG</a:t>
            </a:r>
            <a:endParaRPr lang="en-CA" sz="1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CE30D4-A510-082C-C771-FC867429D4A3}"/>
              </a:ext>
            </a:extLst>
          </p:cNvPr>
          <p:cNvSpPr/>
          <p:nvPr/>
        </p:nvSpPr>
        <p:spPr>
          <a:xfrm>
            <a:off x="740185" y="3517218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CSRs</a:t>
            </a:r>
            <a:endParaRPr lang="en-CA" sz="1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C13761-4A16-527F-25C4-63929CC12475}"/>
              </a:ext>
            </a:extLst>
          </p:cNvPr>
          <p:cNvSpPr/>
          <p:nvPr/>
        </p:nvSpPr>
        <p:spPr>
          <a:xfrm>
            <a:off x="740185" y="3795514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Counts</a:t>
            </a:r>
            <a:endParaRPr lang="en-CA" sz="1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401EC6-5825-9E44-80EC-6B43B4C0A313}"/>
              </a:ext>
            </a:extLst>
          </p:cNvPr>
          <p:cNvSpPr/>
          <p:nvPr/>
        </p:nvSpPr>
        <p:spPr>
          <a:xfrm>
            <a:off x="740184" y="4073810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Shift</a:t>
            </a:r>
            <a:endParaRPr lang="en-CA" sz="1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946394-63E9-5D59-33ED-942F6365F6CE}"/>
              </a:ext>
            </a:extLst>
          </p:cNvPr>
          <p:cNvSpPr/>
          <p:nvPr/>
        </p:nvSpPr>
        <p:spPr>
          <a:xfrm>
            <a:off x="3297908" y="3517218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ISQRT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4F8560-A650-9E36-82DA-6D5649A6C0D1}"/>
              </a:ext>
            </a:extLst>
          </p:cNvPr>
          <p:cNvSpPr/>
          <p:nvPr/>
        </p:nvSpPr>
        <p:spPr>
          <a:xfrm>
            <a:off x="5003056" y="3238469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FMA #1</a:t>
            </a:r>
            <a:endParaRPr lang="en-CA" sz="1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A60914A-135B-535E-A4E6-CB047D1389AE}"/>
              </a:ext>
            </a:extLst>
          </p:cNvPr>
          <p:cNvSpPr/>
          <p:nvPr/>
        </p:nvSpPr>
        <p:spPr>
          <a:xfrm>
            <a:off x="6708204" y="3236713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FCU</a:t>
            </a:r>
            <a:endParaRPr lang="en-CA" sz="1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436A42-A1EB-0562-B784-8E229D49CA6A}"/>
              </a:ext>
            </a:extLst>
          </p:cNvPr>
          <p:cNvSpPr/>
          <p:nvPr/>
        </p:nvSpPr>
        <p:spPr>
          <a:xfrm>
            <a:off x="7517332" y="3236713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AGEN #0</a:t>
            </a:r>
            <a:endParaRPr lang="en-CA" sz="1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74D86D-B698-D078-FAC0-735B59942F5E}"/>
              </a:ext>
            </a:extLst>
          </p:cNvPr>
          <p:cNvSpPr/>
          <p:nvPr/>
        </p:nvSpPr>
        <p:spPr>
          <a:xfrm>
            <a:off x="8326460" y="3236713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AGEN #1</a:t>
            </a:r>
            <a:endParaRPr lang="en-CA" sz="1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8498E8-92C8-F13C-33EB-F8E9FB749EAD}"/>
              </a:ext>
            </a:extLst>
          </p:cNvPr>
          <p:cNvSpPr/>
          <p:nvPr/>
        </p:nvSpPr>
        <p:spPr>
          <a:xfrm>
            <a:off x="9135588" y="3236713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DRAM #0</a:t>
            </a:r>
            <a:endParaRPr lang="en-CA" sz="10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4E7F9D1-8DF1-12C2-7700-CE06C68FF045}"/>
              </a:ext>
            </a:extLst>
          </p:cNvPr>
          <p:cNvSpPr/>
          <p:nvPr/>
        </p:nvSpPr>
        <p:spPr>
          <a:xfrm>
            <a:off x="9942478" y="3236713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DRAM #1</a:t>
            </a:r>
            <a:endParaRPr lang="en-CA" sz="10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3814D67-A90E-DB11-36FA-64E81BB2218A}"/>
              </a:ext>
            </a:extLst>
          </p:cNvPr>
          <p:cNvSpPr/>
          <p:nvPr/>
        </p:nvSpPr>
        <p:spPr>
          <a:xfrm>
            <a:off x="550290" y="2958159"/>
            <a:ext cx="11035473" cy="1435652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1B75455-1537-CCE7-A134-6BACBDF6AB81}"/>
              </a:ext>
            </a:extLst>
          </p:cNvPr>
          <p:cNvSpPr/>
          <p:nvPr/>
        </p:nvSpPr>
        <p:spPr>
          <a:xfrm>
            <a:off x="581211" y="1970359"/>
            <a:ext cx="11035473" cy="4918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12:36 rotating mux/</a:t>
            </a:r>
            <a:r>
              <a:rPr lang="en-US" sz="1100" dirty="0" err="1"/>
              <a:t>demux</a:t>
            </a:r>
            <a:endParaRPr lang="en-CA" sz="1100" dirty="0"/>
          </a:p>
        </p:txBody>
      </p:sp>
      <p:sp>
        <p:nvSpPr>
          <p:cNvPr id="34" name="Arrow: Up-Down 33">
            <a:extLst>
              <a:ext uri="{FF2B5EF4-FFF2-40B4-BE49-F238E27FC236}">
                <a16:creationId xmlns:a16="http://schemas.microsoft.com/office/drawing/2014/main" id="{F4E2F53D-544F-63C5-E91A-887CB965E6BD}"/>
              </a:ext>
            </a:extLst>
          </p:cNvPr>
          <p:cNvSpPr/>
          <p:nvPr/>
        </p:nvSpPr>
        <p:spPr>
          <a:xfrm>
            <a:off x="958539" y="2464774"/>
            <a:ext cx="340139" cy="768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FFFF00"/>
                </a:solidFill>
              </a:rPr>
              <a:t>3</a:t>
            </a:r>
            <a:endParaRPr lang="en-CA" sz="1000" dirty="0">
              <a:solidFill>
                <a:srgbClr val="FFFF00"/>
              </a:solidFill>
            </a:endParaRPr>
          </a:p>
        </p:txBody>
      </p:sp>
      <p:sp>
        <p:nvSpPr>
          <p:cNvPr id="35" name="Arrow: Up-Down 34">
            <a:extLst>
              <a:ext uri="{FF2B5EF4-FFF2-40B4-BE49-F238E27FC236}">
                <a16:creationId xmlns:a16="http://schemas.microsoft.com/office/drawing/2014/main" id="{25707A37-2146-452E-0E55-34D2DD7327B7}"/>
              </a:ext>
            </a:extLst>
          </p:cNvPr>
          <p:cNvSpPr/>
          <p:nvPr/>
        </p:nvSpPr>
        <p:spPr>
          <a:xfrm>
            <a:off x="1788270" y="2472505"/>
            <a:ext cx="340139" cy="768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3</a:t>
            </a:r>
            <a:endParaRPr lang="en-CA" sz="1000" dirty="0"/>
          </a:p>
        </p:txBody>
      </p:sp>
      <p:sp>
        <p:nvSpPr>
          <p:cNvPr id="36" name="Arrow: Up-Down 35">
            <a:extLst>
              <a:ext uri="{FF2B5EF4-FFF2-40B4-BE49-F238E27FC236}">
                <a16:creationId xmlns:a16="http://schemas.microsoft.com/office/drawing/2014/main" id="{11E77748-3C95-E25C-76EF-D8273C5CE235}"/>
              </a:ext>
            </a:extLst>
          </p:cNvPr>
          <p:cNvSpPr/>
          <p:nvPr/>
        </p:nvSpPr>
        <p:spPr>
          <a:xfrm>
            <a:off x="2631074" y="2454509"/>
            <a:ext cx="340139" cy="768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3</a:t>
            </a:r>
            <a:endParaRPr lang="en-CA" sz="1000" dirty="0"/>
          </a:p>
        </p:txBody>
      </p:sp>
      <p:sp>
        <p:nvSpPr>
          <p:cNvPr id="37" name="Arrow: Up-Down 36">
            <a:extLst>
              <a:ext uri="{FF2B5EF4-FFF2-40B4-BE49-F238E27FC236}">
                <a16:creationId xmlns:a16="http://schemas.microsoft.com/office/drawing/2014/main" id="{BFEBD308-3329-3694-F8D8-055311DD8850}"/>
              </a:ext>
            </a:extLst>
          </p:cNvPr>
          <p:cNvSpPr/>
          <p:nvPr/>
        </p:nvSpPr>
        <p:spPr>
          <a:xfrm>
            <a:off x="3487425" y="2464774"/>
            <a:ext cx="340139" cy="768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3</a:t>
            </a:r>
            <a:endParaRPr lang="en-CA" sz="1000" dirty="0"/>
          </a:p>
        </p:txBody>
      </p:sp>
      <p:sp>
        <p:nvSpPr>
          <p:cNvPr id="38" name="Arrow: Up-Down 37">
            <a:extLst>
              <a:ext uri="{FF2B5EF4-FFF2-40B4-BE49-F238E27FC236}">
                <a16:creationId xmlns:a16="http://schemas.microsoft.com/office/drawing/2014/main" id="{5B781C08-EC3C-DA74-AC8B-933D83D07036}"/>
              </a:ext>
            </a:extLst>
          </p:cNvPr>
          <p:cNvSpPr/>
          <p:nvPr/>
        </p:nvSpPr>
        <p:spPr>
          <a:xfrm>
            <a:off x="6033263" y="2462240"/>
            <a:ext cx="340139" cy="768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3</a:t>
            </a:r>
            <a:endParaRPr lang="en-CA" sz="1000" dirty="0"/>
          </a:p>
        </p:txBody>
      </p:sp>
      <p:sp>
        <p:nvSpPr>
          <p:cNvPr id="39" name="Arrow: Up-Down 38">
            <a:extLst>
              <a:ext uri="{FF2B5EF4-FFF2-40B4-BE49-F238E27FC236}">
                <a16:creationId xmlns:a16="http://schemas.microsoft.com/office/drawing/2014/main" id="{8AF02345-C9B1-B6BF-B7E9-41DDA4A6902F}"/>
              </a:ext>
            </a:extLst>
          </p:cNvPr>
          <p:cNvSpPr/>
          <p:nvPr/>
        </p:nvSpPr>
        <p:spPr>
          <a:xfrm>
            <a:off x="6908725" y="2462240"/>
            <a:ext cx="340139" cy="768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FFFF00"/>
                </a:solidFill>
              </a:rPr>
              <a:t>3</a:t>
            </a:r>
            <a:endParaRPr lang="en-CA" sz="1000" dirty="0">
              <a:solidFill>
                <a:srgbClr val="FFFF00"/>
              </a:solidFill>
            </a:endParaRPr>
          </a:p>
        </p:txBody>
      </p:sp>
      <p:sp>
        <p:nvSpPr>
          <p:cNvPr id="40" name="Arrow: Up-Down 39">
            <a:extLst>
              <a:ext uri="{FF2B5EF4-FFF2-40B4-BE49-F238E27FC236}">
                <a16:creationId xmlns:a16="http://schemas.microsoft.com/office/drawing/2014/main" id="{484CA597-998E-8D52-2E20-17E9EDFD37DF}"/>
              </a:ext>
            </a:extLst>
          </p:cNvPr>
          <p:cNvSpPr/>
          <p:nvPr/>
        </p:nvSpPr>
        <p:spPr>
          <a:xfrm>
            <a:off x="4322863" y="2462240"/>
            <a:ext cx="340139" cy="768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4</a:t>
            </a:r>
            <a:endParaRPr lang="en-CA" sz="1000" dirty="0"/>
          </a:p>
        </p:txBody>
      </p:sp>
      <p:sp>
        <p:nvSpPr>
          <p:cNvPr id="41" name="Arrow: Up-Down 40">
            <a:extLst>
              <a:ext uri="{FF2B5EF4-FFF2-40B4-BE49-F238E27FC236}">
                <a16:creationId xmlns:a16="http://schemas.microsoft.com/office/drawing/2014/main" id="{62D03AFF-D0B3-BE37-A62E-0E325F813B5E}"/>
              </a:ext>
            </a:extLst>
          </p:cNvPr>
          <p:cNvSpPr/>
          <p:nvPr/>
        </p:nvSpPr>
        <p:spPr>
          <a:xfrm>
            <a:off x="5198216" y="2462240"/>
            <a:ext cx="340139" cy="768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4</a:t>
            </a:r>
            <a:endParaRPr lang="en-CA" sz="1000" dirty="0"/>
          </a:p>
        </p:txBody>
      </p:sp>
      <p:sp>
        <p:nvSpPr>
          <p:cNvPr id="42" name="Arrow: Up-Down 41">
            <a:extLst>
              <a:ext uri="{FF2B5EF4-FFF2-40B4-BE49-F238E27FC236}">
                <a16:creationId xmlns:a16="http://schemas.microsoft.com/office/drawing/2014/main" id="{C9FFACE2-7D7C-FD95-7CF1-4CB0CBE5103F}"/>
              </a:ext>
            </a:extLst>
          </p:cNvPr>
          <p:cNvSpPr/>
          <p:nvPr/>
        </p:nvSpPr>
        <p:spPr>
          <a:xfrm>
            <a:off x="7688225" y="2462240"/>
            <a:ext cx="340139" cy="768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FFFF00"/>
                </a:solidFill>
              </a:rPr>
              <a:t>2</a:t>
            </a:r>
            <a:endParaRPr lang="en-CA" sz="1000" dirty="0">
              <a:solidFill>
                <a:srgbClr val="FFFF00"/>
              </a:solidFill>
            </a:endParaRPr>
          </a:p>
        </p:txBody>
      </p:sp>
      <p:sp>
        <p:nvSpPr>
          <p:cNvPr id="43" name="Arrow: Up-Down 42">
            <a:extLst>
              <a:ext uri="{FF2B5EF4-FFF2-40B4-BE49-F238E27FC236}">
                <a16:creationId xmlns:a16="http://schemas.microsoft.com/office/drawing/2014/main" id="{19DD16B5-D0C6-56C6-6D1D-356BDF1FC148}"/>
              </a:ext>
            </a:extLst>
          </p:cNvPr>
          <p:cNvSpPr/>
          <p:nvPr/>
        </p:nvSpPr>
        <p:spPr>
          <a:xfrm>
            <a:off x="8512959" y="2469843"/>
            <a:ext cx="340139" cy="768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2</a:t>
            </a:r>
            <a:endParaRPr lang="en-CA" sz="1000" dirty="0"/>
          </a:p>
        </p:txBody>
      </p:sp>
      <p:sp>
        <p:nvSpPr>
          <p:cNvPr id="44" name="Arrow: Up-Down 43">
            <a:extLst>
              <a:ext uri="{FF2B5EF4-FFF2-40B4-BE49-F238E27FC236}">
                <a16:creationId xmlns:a16="http://schemas.microsoft.com/office/drawing/2014/main" id="{167BD157-E240-85AE-52D0-4AFE67280838}"/>
              </a:ext>
            </a:extLst>
          </p:cNvPr>
          <p:cNvSpPr/>
          <p:nvPr/>
        </p:nvSpPr>
        <p:spPr>
          <a:xfrm>
            <a:off x="9320529" y="2469843"/>
            <a:ext cx="340139" cy="768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FFFF00"/>
                </a:solidFill>
              </a:rPr>
              <a:t>1</a:t>
            </a:r>
            <a:endParaRPr lang="en-CA" sz="1000" dirty="0">
              <a:solidFill>
                <a:srgbClr val="FFFF00"/>
              </a:solidFill>
            </a:endParaRPr>
          </a:p>
        </p:txBody>
      </p:sp>
      <p:sp>
        <p:nvSpPr>
          <p:cNvPr id="45" name="Arrow: Up-Down 44">
            <a:extLst>
              <a:ext uri="{FF2B5EF4-FFF2-40B4-BE49-F238E27FC236}">
                <a16:creationId xmlns:a16="http://schemas.microsoft.com/office/drawing/2014/main" id="{172682AA-5277-427E-737F-654ABD6B1C6C}"/>
              </a:ext>
            </a:extLst>
          </p:cNvPr>
          <p:cNvSpPr/>
          <p:nvPr/>
        </p:nvSpPr>
        <p:spPr>
          <a:xfrm>
            <a:off x="10104017" y="2463019"/>
            <a:ext cx="340139" cy="768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46" name="Arrow: Up-Down 45">
            <a:extLst>
              <a:ext uri="{FF2B5EF4-FFF2-40B4-BE49-F238E27FC236}">
                <a16:creationId xmlns:a16="http://schemas.microsoft.com/office/drawing/2014/main" id="{25D4805F-00C2-A8C7-4B1F-08EC0AC68B4E}"/>
              </a:ext>
            </a:extLst>
          </p:cNvPr>
          <p:cNvSpPr/>
          <p:nvPr/>
        </p:nvSpPr>
        <p:spPr>
          <a:xfrm>
            <a:off x="4970134" y="1079567"/>
            <a:ext cx="774345" cy="883189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12</a:t>
            </a:r>
            <a:endParaRPr lang="en-CA" sz="10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0481544-3335-7F85-90A9-B756AF2C6056}"/>
              </a:ext>
            </a:extLst>
          </p:cNvPr>
          <p:cNvSpPr txBox="1"/>
          <p:nvPr/>
        </p:nvSpPr>
        <p:spPr>
          <a:xfrm>
            <a:off x="4190302" y="794840"/>
            <a:ext cx="2355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Read from register file</a:t>
            </a:r>
            <a:endParaRPr lang="en-CA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13DF42F-A06D-DCDF-7F17-0E6266147524}"/>
              </a:ext>
            </a:extLst>
          </p:cNvPr>
          <p:cNvSpPr txBox="1"/>
          <p:nvPr/>
        </p:nvSpPr>
        <p:spPr>
          <a:xfrm>
            <a:off x="1161563" y="2672066"/>
            <a:ext cx="4716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a,b,d</a:t>
            </a:r>
            <a:endParaRPr lang="en-CA" sz="10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800D8EE-6D86-FC07-EA21-3B2BE4A7E948}"/>
              </a:ext>
            </a:extLst>
          </p:cNvPr>
          <p:cNvSpPr txBox="1"/>
          <p:nvPr/>
        </p:nvSpPr>
        <p:spPr>
          <a:xfrm>
            <a:off x="2007382" y="2672065"/>
            <a:ext cx="4716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a,b,d</a:t>
            </a:r>
            <a:endParaRPr lang="en-CA" sz="10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43D540C-1B32-3351-CC8C-F7BFA22A1DE1}"/>
              </a:ext>
            </a:extLst>
          </p:cNvPr>
          <p:cNvSpPr txBox="1"/>
          <p:nvPr/>
        </p:nvSpPr>
        <p:spPr>
          <a:xfrm>
            <a:off x="2878008" y="2666120"/>
            <a:ext cx="4716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a,b,d</a:t>
            </a:r>
            <a:endParaRPr lang="en-CA" sz="10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2FE1D91-ECA3-A6D3-32FE-F1EC7BAE8F3E}"/>
              </a:ext>
            </a:extLst>
          </p:cNvPr>
          <p:cNvSpPr txBox="1"/>
          <p:nvPr/>
        </p:nvSpPr>
        <p:spPr>
          <a:xfrm>
            <a:off x="3755795" y="2666120"/>
            <a:ext cx="4716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a,b,d</a:t>
            </a:r>
            <a:endParaRPr lang="en-CA" sz="10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160541E-7B15-45F9-FAEA-FF9A5FABD7D2}"/>
              </a:ext>
            </a:extLst>
          </p:cNvPr>
          <p:cNvSpPr txBox="1"/>
          <p:nvPr/>
        </p:nvSpPr>
        <p:spPr>
          <a:xfrm>
            <a:off x="4579075" y="2662254"/>
            <a:ext cx="5757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a,b,c,d</a:t>
            </a:r>
            <a:endParaRPr lang="en-CA" sz="10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1685939-693A-D425-2639-3E3970A99F7B}"/>
              </a:ext>
            </a:extLst>
          </p:cNvPr>
          <p:cNvSpPr txBox="1"/>
          <p:nvPr/>
        </p:nvSpPr>
        <p:spPr>
          <a:xfrm>
            <a:off x="5449529" y="2662253"/>
            <a:ext cx="5757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a,b,c,d</a:t>
            </a:r>
            <a:endParaRPr lang="en-CA" sz="10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038DB82-1AA8-799F-103E-E0E1287C9763}"/>
              </a:ext>
            </a:extLst>
          </p:cNvPr>
          <p:cNvSpPr txBox="1"/>
          <p:nvPr/>
        </p:nvSpPr>
        <p:spPr>
          <a:xfrm>
            <a:off x="6258929" y="2659050"/>
            <a:ext cx="4716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a,b,d</a:t>
            </a:r>
            <a:endParaRPr lang="en-CA" sz="10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7A122CF-076B-B8B1-F8F8-4D44D7DF7062}"/>
              </a:ext>
            </a:extLst>
          </p:cNvPr>
          <p:cNvSpPr txBox="1"/>
          <p:nvPr/>
        </p:nvSpPr>
        <p:spPr>
          <a:xfrm>
            <a:off x="7109743" y="2659050"/>
            <a:ext cx="4716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a,b,d</a:t>
            </a:r>
            <a:endParaRPr lang="en-CA" sz="10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D15EF25-89B5-2260-ACC1-EAF1835AA25C}"/>
              </a:ext>
            </a:extLst>
          </p:cNvPr>
          <p:cNvSpPr txBox="1"/>
          <p:nvPr/>
        </p:nvSpPr>
        <p:spPr>
          <a:xfrm>
            <a:off x="7942212" y="2666120"/>
            <a:ext cx="3626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a,b</a:t>
            </a:r>
            <a:endParaRPr lang="en-CA" sz="10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D69B9FF-EB44-C279-CBA7-C583125B1D04}"/>
              </a:ext>
            </a:extLst>
          </p:cNvPr>
          <p:cNvSpPr txBox="1"/>
          <p:nvPr/>
        </p:nvSpPr>
        <p:spPr>
          <a:xfrm>
            <a:off x="8731494" y="2666120"/>
            <a:ext cx="3626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a,b</a:t>
            </a:r>
            <a:endParaRPr lang="en-CA" sz="10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7372E57-601E-85C8-6FA9-1A8C6C2D7977}"/>
              </a:ext>
            </a:extLst>
          </p:cNvPr>
          <p:cNvSpPr txBox="1"/>
          <p:nvPr/>
        </p:nvSpPr>
        <p:spPr>
          <a:xfrm>
            <a:off x="9542470" y="2659050"/>
            <a:ext cx="2519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</a:t>
            </a:r>
            <a:endParaRPr lang="en-CA" sz="10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5E91CDA-12B9-49E3-151D-6F2D75009B7D}"/>
              </a:ext>
            </a:extLst>
          </p:cNvPr>
          <p:cNvSpPr txBox="1"/>
          <p:nvPr/>
        </p:nvSpPr>
        <p:spPr>
          <a:xfrm>
            <a:off x="10345013" y="2666119"/>
            <a:ext cx="2519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</a:t>
            </a:r>
            <a:endParaRPr lang="en-CA" sz="100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F18EFD7-00EC-569A-1C7C-99735328C1E0}"/>
              </a:ext>
            </a:extLst>
          </p:cNvPr>
          <p:cNvSpPr/>
          <p:nvPr/>
        </p:nvSpPr>
        <p:spPr>
          <a:xfrm>
            <a:off x="595518" y="1106917"/>
            <a:ext cx="2217531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Fixed Channels Hi-</a:t>
            </a:r>
            <a:r>
              <a:rPr lang="en-US" sz="1100" dirty="0" err="1"/>
              <a:t>lited</a:t>
            </a:r>
            <a:r>
              <a:rPr lang="en-US" sz="1100" dirty="0"/>
              <a:t> in </a:t>
            </a:r>
            <a:r>
              <a:rPr lang="en-US" sz="1100" dirty="0">
                <a:solidFill>
                  <a:srgbClr val="FFFF00"/>
                </a:solidFill>
              </a:rPr>
              <a:t>yellow</a:t>
            </a:r>
          </a:p>
          <a:p>
            <a:pPr algn="ctr"/>
            <a:r>
              <a:rPr lang="en-US" sz="1100" dirty="0">
                <a:solidFill>
                  <a:srgbClr val="FFFF00"/>
                </a:solidFill>
              </a:rPr>
              <a:t>9 Fixed Channels, </a:t>
            </a:r>
            <a:r>
              <a:rPr lang="en-US" sz="1100" dirty="0">
                <a:solidFill>
                  <a:schemeClr val="bg1"/>
                </a:solidFill>
              </a:rPr>
              <a:t>26 rotating</a:t>
            </a:r>
            <a:endParaRPr lang="en-CA" sz="1100" dirty="0">
              <a:solidFill>
                <a:schemeClr val="bg1"/>
              </a:solidFill>
            </a:endParaRPr>
          </a:p>
        </p:txBody>
      </p:sp>
      <p:sp>
        <p:nvSpPr>
          <p:cNvPr id="61" name="Arrow: Down 60">
            <a:extLst>
              <a:ext uri="{FF2B5EF4-FFF2-40B4-BE49-F238E27FC236}">
                <a16:creationId xmlns:a16="http://schemas.microsoft.com/office/drawing/2014/main" id="{E77A8B29-734E-EC7F-F576-39843C2E7F94}"/>
              </a:ext>
            </a:extLst>
          </p:cNvPr>
          <p:cNvSpPr/>
          <p:nvPr/>
        </p:nvSpPr>
        <p:spPr>
          <a:xfrm>
            <a:off x="895890" y="4287197"/>
            <a:ext cx="412386" cy="70560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2" name="Arrow: Down 61">
            <a:extLst>
              <a:ext uri="{FF2B5EF4-FFF2-40B4-BE49-F238E27FC236}">
                <a16:creationId xmlns:a16="http://schemas.microsoft.com/office/drawing/2014/main" id="{F11ED450-E4A5-82D3-797A-3FBDBD5B5A63}"/>
              </a:ext>
            </a:extLst>
          </p:cNvPr>
          <p:cNvSpPr/>
          <p:nvPr/>
        </p:nvSpPr>
        <p:spPr>
          <a:xfrm>
            <a:off x="1746567" y="3459339"/>
            <a:ext cx="412386" cy="15334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3" name="Arrow: Down 62">
            <a:extLst>
              <a:ext uri="{FF2B5EF4-FFF2-40B4-BE49-F238E27FC236}">
                <a16:creationId xmlns:a16="http://schemas.microsoft.com/office/drawing/2014/main" id="{80B4887C-AC92-6545-FF32-3106C78F0D5C}"/>
              </a:ext>
            </a:extLst>
          </p:cNvPr>
          <p:cNvSpPr/>
          <p:nvPr/>
        </p:nvSpPr>
        <p:spPr>
          <a:xfrm>
            <a:off x="2594950" y="3459339"/>
            <a:ext cx="412386" cy="15334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4" name="Arrow: Down 63">
            <a:extLst>
              <a:ext uri="{FF2B5EF4-FFF2-40B4-BE49-F238E27FC236}">
                <a16:creationId xmlns:a16="http://schemas.microsoft.com/office/drawing/2014/main" id="{8CC4E98C-122B-753D-15C6-7409B9E8BB46}"/>
              </a:ext>
            </a:extLst>
          </p:cNvPr>
          <p:cNvSpPr/>
          <p:nvPr/>
        </p:nvSpPr>
        <p:spPr>
          <a:xfrm>
            <a:off x="3451301" y="3733217"/>
            <a:ext cx="412386" cy="12661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5" name="Arrow: Down 64">
            <a:extLst>
              <a:ext uri="{FF2B5EF4-FFF2-40B4-BE49-F238E27FC236}">
                <a16:creationId xmlns:a16="http://schemas.microsoft.com/office/drawing/2014/main" id="{951ABB06-5D96-AAE7-9FD3-EA359A5E8223}"/>
              </a:ext>
            </a:extLst>
          </p:cNvPr>
          <p:cNvSpPr/>
          <p:nvPr/>
        </p:nvSpPr>
        <p:spPr>
          <a:xfrm>
            <a:off x="4299684" y="3467275"/>
            <a:ext cx="412386" cy="15334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6" name="Arrow: Down 65">
            <a:extLst>
              <a:ext uri="{FF2B5EF4-FFF2-40B4-BE49-F238E27FC236}">
                <a16:creationId xmlns:a16="http://schemas.microsoft.com/office/drawing/2014/main" id="{AB5F88CB-D03F-AE66-BD51-FBB1A8CD5B49}"/>
              </a:ext>
            </a:extLst>
          </p:cNvPr>
          <p:cNvSpPr/>
          <p:nvPr/>
        </p:nvSpPr>
        <p:spPr>
          <a:xfrm>
            <a:off x="5162092" y="3475005"/>
            <a:ext cx="412386" cy="15334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7" name="Arrow: Down 66">
            <a:extLst>
              <a:ext uri="{FF2B5EF4-FFF2-40B4-BE49-F238E27FC236}">
                <a16:creationId xmlns:a16="http://schemas.microsoft.com/office/drawing/2014/main" id="{DAF83E3C-C7F5-1498-7118-082DC5426720}"/>
              </a:ext>
            </a:extLst>
          </p:cNvPr>
          <p:cNvSpPr/>
          <p:nvPr/>
        </p:nvSpPr>
        <p:spPr>
          <a:xfrm>
            <a:off x="6023338" y="3953676"/>
            <a:ext cx="412386" cy="103469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8" name="Arrow: Down 67">
            <a:extLst>
              <a:ext uri="{FF2B5EF4-FFF2-40B4-BE49-F238E27FC236}">
                <a16:creationId xmlns:a16="http://schemas.microsoft.com/office/drawing/2014/main" id="{15F2B693-EEDB-034A-111E-FB5F74852603}"/>
              </a:ext>
            </a:extLst>
          </p:cNvPr>
          <p:cNvSpPr/>
          <p:nvPr/>
        </p:nvSpPr>
        <p:spPr>
          <a:xfrm>
            <a:off x="6884554" y="3459339"/>
            <a:ext cx="412386" cy="15334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9" name="Arrow: Down 68">
            <a:extLst>
              <a:ext uri="{FF2B5EF4-FFF2-40B4-BE49-F238E27FC236}">
                <a16:creationId xmlns:a16="http://schemas.microsoft.com/office/drawing/2014/main" id="{4D58C537-31EA-8880-0C4B-CF20D2ED8B32}"/>
              </a:ext>
            </a:extLst>
          </p:cNvPr>
          <p:cNvSpPr/>
          <p:nvPr/>
        </p:nvSpPr>
        <p:spPr>
          <a:xfrm>
            <a:off x="10067893" y="3456508"/>
            <a:ext cx="412386" cy="15334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0" name="Arrow: Down 69">
            <a:extLst>
              <a:ext uri="{FF2B5EF4-FFF2-40B4-BE49-F238E27FC236}">
                <a16:creationId xmlns:a16="http://schemas.microsoft.com/office/drawing/2014/main" id="{9BB8CC11-8D92-539C-E5E8-DAA6D4EFCA99}"/>
              </a:ext>
            </a:extLst>
          </p:cNvPr>
          <p:cNvSpPr/>
          <p:nvPr/>
        </p:nvSpPr>
        <p:spPr>
          <a:xfrm>
            <a:off x="9303439" y="3452713"/>
            <a:ext cx="412386" cy="15334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C6F6109-CE91-55C0-CDE9-1FA0A55E1768}"/>
              </a:ext>
            </a:extLst>
          </p:cNvPr>
          <p:cNvSpPr/>
          <p:nvPr/>
        </p:nvSpPr>
        <p:spPr>
          <a:xfrm>
            <a:off x="550290" y="4986832"/>
            <a:ext cx="11080701" cy="3399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11 Result Queues (32 entry)</a:t>
            </a:r>
            <a:endParaRPr lang="en-CA" sz="110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89DFE8E-A4B4-4D09-D92F-B051C93C312D}"/>
              </a:ext>
            </a:extLst>
          </p:cNvPr>
          <p:cNvSpPr/>
          <p:nvPr/>
        </p:nvSpPr>
        <p:spPr>
          <a:xfrm>
            <a:off x="550290" y="5643997"/>
            <a:ext cx="10345531" cy="3399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12:4 rotating multiplex</a:t>
            </a:r>
            <a:endParaRPr lang="en-CA" sz="1100" dirty="0"/>
          </a:p>
        </p:txBody>
      </p:sp>
      <p:sp>
        <p:nvSpPr>
          <p:cNvPr id="73" name="Arrow: Down 72">
            <a:extLst>
              <a:ext uri="{FF2B5EF4-FFF2-40B4-BE49-F238E27FC236}">
                <a16:creationId xmlns:a16="http://schemas.microsoft.com/office/drawing/2014/main" id="{9591EC54-63D4-66BF-6A61-348EBA5DF458}"/>
              </a:ext>
            </a:extLst>
          </p:cNvPr>
          <p:cNvSpPr/>
          <p:nvPr/>
        </p:nvSpPr>
        <p:spPr>
          <a:xfrm>
            <a:off x="3927249" y="5317966"/>
            <a:ext cx="3418296" cy="31830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4" name="Arrow: Down 73">
            <a:extLst>
              <a:ext uri="{FF2B5EF4-FFF2-40B4-BE49-F238E27FC236}">
                <a16:creationId xmlns:a16="http://schemas.microsoft.com/office/drawing/2014/main" id="{4B9836E3-4F30-B303-77D3-E7C70ED48919}"/>
              </a:ext>
            </a:extLst>
          </p:cNvPr>
          <p:cNvSpPr/>
          <p:nvPr/>
        </p:nvSpPr>
        <p:spPr>
          <a:xfrm>
            <a:off x="3953199" y="5991661"/>
            <a:ext cx="3418296" cy="31830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4 results</a:t>
            </a:r>
            <a:endParaRPr lang="en-CA" sz="11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42A2CC6-130A-0169-AA3C-3244405DA334}"/>
              </a:ext>
            </a:extLst>
          </p:cNvPr>
          <p:cNvSpPr txBox="1"/>
          <p:nvPr/>
        </p:nvSpPr>
        <p:spPr>
          <a:xfrm>
            <a:off x="4579075" y="6301162"/>
            <a:ext cx="2106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Write to register file</a:t>
            </a:r>
            <a:endParaRPr lang="en-CA" dirty="0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CEC3892-632B-818B-78C4-59F223B66684}"/>
              </a:ext>
            </a:extLst>
          </p:cNvPr>
          <p:cNvCxnSpPr>
            <a:cxnSpLocks/>
          </p:cNvCxnSpPr>
          <p:nvPr/>
        </p:nvCxnSpPr>
        <p:spPr>
          <a:xfrm>
            <a:off x="619335" y="5602611"/>
            <a:ext cx="10264727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84FF6386-F641-CC75-0B08-39487717E665}"/>
              </a:ext>
            </a:extLst>
          </p:cNvPr>
          <p:cNvSpPr txBox="1"/>
          <p:nvPr/>
        </p:nvSpPr>
        <p:spPr>
          <a:xfrm>
            <a:off x="367874" y="5346882"/>
            <a:ext cx="1297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Pipeline Register</a:t>
            </a:r>
            <a:endParaRPr lang="en-CA" sz="12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2658078-6571-A2AC-B706-BC5A4D49B71C}"/>
              </a:ext>
            </a:extLst>
          </p:cNvPr>
          <p:cNvSpPr txBox="1"/>
          <p:nvPr/>
        </p:nvSpPr>
        <p:spPr>
          <a:xfrm>
            <a:off x="8114290" y="334104"/>
            <a:ext cx="278153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SAU: Simple Arithmetic Unit (integer and float)</a:t>
            </a:r>
          </a:p>
          <a:p>
            <a:r>
              <a:rPr lang="en-US" sz="1000" dirty="0"/>
              <a:t>IMUL: Integer multiplier</a:t>
            </a:r>
          </a:p>
          <a:p>
            <a:r>
              <a:rPr lang="en-US" sz="1000" dirty="0"/>
              <a:t>IDIV: Integer Divider</a:t>
            </a:r>
          </a:p>
          <a:p>
            <a:r>
              <a:rPr lang="en-US" sz="1000" dirty="0"/>
              <a:t>FMA: Floating-point multiply and add</a:t>
            </a:r>
          </a:p>
          <a:p>
            <a:r>
              <a:rPr lang="en-US" sz="1000" dirty="0"/>
              <a:t>TRIG: Floating-point trig, divide and square root</a:t>
            </a:r>
          </a:p>
          <a:p>
            <a:r>
              <a:rPr lang="en-US" sz="1000" dirty="0"/>
              <a:t>FCU: Flow control unit (branch unit)</a:t>
            </a:r>
          </a:p>
          <a:p>
            <a:r>
              <a:rPr lang="en-US" sz="1000" dirty="0"/>
              <a:t>AGEN: Address generator</a:t>
            </a:r>
          </a:p>
          <a:p>
            <a:r>
              <a:rPr lang="en-US" sz="1000" dirty="0"/>
              <a:t>DRAM: Data cache control logic</a:t>
            </a:r>
            <a:endParaRPr lang="en-CA" sz="1000" dirty="0"/>
          </a:p>
        </p:txBody>
      </p:sp>
      <p:sp>
        <p:nvSpPr>
          <p:cNvPr id="80" name="Arrow: Up-Down 79">
            <a:extLst>
              <a:ext uri="{FF2B5EF4-FFF2-40B4-BE49-F238E27FC236}">
                <a16:creationId xmlns:a16="http://schemas.microsoft.com/office/drawing/2014/main" id="{23031C47-9C51-2E3C-8044-86E760B0C279}"/>
              </a:ext>
            </a:extLst>
          </p:cNvPr>
          <p:cNvSpPr/>
          <p:nvPr/>
        </p:nvSpPr>
        <p:spPr>
          <a:xfrm>
            <a:off x="10969367" y="2454509"/>
            <a:ext cx="340139" cy="768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3</a:t>
            </a:r>
            <a:endParaRPr lang="en-CA" sz="1000" dirty="0"/>
          </a:p>
        </p:txBody>
      </p:sp>
      <p:sp>
        <p:nvSpPr>
          <p:cNvPr id="82" name="Arrow: Down 81">
            <a:extLst>
              <a:ext uri="{FF2B5EF4-FFF2-40B4-BE49-F238E27FC236}">
                <a16:creationId xmlns:a16="http://schemas.microsoft.com/office/drawing/2014/main" id="{358B07E1-F8AC-5A1E-64F8-01F9710B3DA6}"/>
              </a:ext>
            </a:extLst>
          </p:cNvPr>
          <p:cNvSpPr/>
          <p:nvPr/>
        </p:nvSpPr>
        <p:spPr>
          <a:xfrm>
            <a:off x="10946607" y="3459339"/>
            <a:ext cx="412386" cy="15334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C7ADDBA-B4B9-FCE6-6B87-090131B12A24}"/>
              </a:ext>
            </a:extLst>
          </p:cNvPr>
          <p:cNvSpPr txBox="1"/>
          <p:nvPr/>
        </p:nvSpPr>
        <p:spPr>
          <a:xfrm>
            <a:off x="11175815" y="2680514"/>
            <a:ext cx="4716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a,b,d</a:t>
            </a:r>
            <a:endParaRPr lang="en-CA" sz="10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35101C1-E541-D542-199F-C5DB73595420}"/>
              </a:ext>
            </a:extLst>
          </p:cNvPr>
          <p:cNvSpPr txBox="1"/>
          <p:nvPr/>
        </p:nvSpPr>
        <p:spPr>
          <a:xfrm>
            <a:off x="1413732" y="3848308"/>
            <a:ext cx="4283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Lat: 1</a:t>
            </a:r>
            <a:endParaRPr lang="en-CA" sz="8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3E520EF-4343-E99C-087F-0232C7BC6D24}"/>
              </a:ext>
            </a:extLst>
          </p:cNvPr>
          <p:cNvSpPr txBox="1"/>
          <p:nvPr/>
        </p:nvSpPr>
        <p:spPr>
          <a:xfrm>
            <a:off x="2028143" y="3838330"/>
            <a:ext cx="4283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Lat: 1</a:t>
            </a:r>
            <a:endParaRPr lang="en-CA" sz="8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8FB1DF9-D495-C990-6566-49EAD69A86AB}"/>
              </a:ext>
            </a:extLst>
          </p:cNvPr>
          <p:cNvSpPr txBox="1"/>
          <p:nvPr/>
        </p:nvSpPr>
        <p:spPr>
          <a:xfrm>
            <a:off x="2868113" y="3826272"/>
            <a:ext cx="4283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Lat: 4</a:t>
            </a:r>
            <a:endParaRPr lang="en-CA" sz="8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F88EC9D-8895-9EB8-CB82-C39049FDD38D}"/>
              </a:ext>
            </a:extLst>
          </p:cNvPr>
          <p:cNvSpPr txBox="1"/>
          <p:nvPr/>
        </p:nvSpPr>
        <p:spPr>
          <a:xfrm>
            <a:off x="3759672" y="3826272"/>
            <a:ext cx="47641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Lat: ??</a:t>
            </a:r>
            <a:endParaRPr lang="en-CA" sz="8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9D1C316-B5D7-51AD-7A45-655722475189}"/>
              </a:ext>
            </a:extLst>
          </p:cNvPr>
          <p:cNvSpPr txBox="1"/>
          <p:nvPr/>
        </p:nvSpPr>
        <p:spPr>
          <a:xfrm>
            <a:off x="4588152" y="3848308"/>
            <a:ext cx="4283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Lat: 8</a:t>
            </a:r>
            <a:endParaRPr lang="en-CA" sz="8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57226EE-43AD-3F0F-0A0E-8ECA87874481}"/>
              </a:ext>
            </a:extLst>
          </p:cNvPr>
          <p:cNvSpPr txBox="1"/>
          <p:nvPr/>
        </p:nvSpPr>
        <p:spPr>
          <a:xfrm>
            <a:off x="5436604" y="3848308"/>
            <a:ext cx="4283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Lat: 8</a:t>
            </a:r>
            <a:endParaRPr lang="en-CA" sz="800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E8870B3-430D-D283-D86C-4C514A5BF941}"/>
              </a:ext>
            </a:extLst>
          </p:cNvPr>
          <p:cNvSpPr txBox="1"/>
          <p:nvPr/>
        </p:nvSpPr>
        <p:spPr>
          <a:xfrm>
            <a:off x="6359845" y="4000674"/>
            <a:ext cx="47641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Lat: ??</a:t>
            </a:r>
            <a:endParaRPr lang="en-CA" sz="8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D0E5963-C409-D8AD-920C-2D8AB5A17E9C}"/>
              </a:ext>
            </a:extLst>
          </p:cNvPr>
          <p:cNvSpPr txBox="1"/>
          <p:nvPr/>
        </p:nvSpPr>
        <p:spPr>
          <a:xfrm>
            <a:off x="7141752" y="3837225"/>
            <a:ext cx="4283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Lat: 1</a:t>
            </a:r>
            <a:endParaRPr lang="en-CA" sz="8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181DFDA-4CD0-5C12-2298-C7B2CE37957D}"/>
              </a:ext>
            </a:extLst>
          </p:cNvPr>
          <p:cNvSpPr txBox="1"/>
          <p:nvPr/>
        </p:nvSpPr>
        <p:spPr>
          <a:xfrm>
            <a:off x="11210490" y="3853299"/>
            <a:ext cx="4283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Lat: 3</a:t>
            </a:r>
            <a:endParaRPr lang="en-CA" sz="800" dirty="0"/>
          </a:p>
        </p:txBody>
      </p:sp>
    </p:spTree>
    <p:extLst>
      <p:ext uri="{BB962C8B-B14F-4D97-AF65-F5344CB8AC3E}">
        <p14:creationId xmlns:p14="http://schemas.microsoft.com/office/powerpoint/2010/main" val="3493996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840</TotalTime>
  <Words>813</Words>
  <Application>Microsoft Office PowerPoint</Application>
  <PresentationFormat>Widescreen</PresentationFormat>
  <Paragraphs>234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Qupls2026: Instruction Fetch Stage (*_fet)</vt:lpstr>
      <vt:lpstr>Qupls2026: Instruction Extract Stage (*_mux)</vt:lpstr>
      <vt:lpstr>Qupls2026: Decode Stage (*_dec)</vt:lpstr>
      <vt:lpstr>Qupls2026: Decode Stage (more)</vt:lpstr>
      <vt:lpstr>Qupls2026: Rename Stage (*_ren)</vt:lpstr>
      <vt:lpstr>Qupls2026: Execute Stage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 Finch</dc:creator>
  <cp:lastModifiedBy>Robert Finch</cp:lastModifiedBy>
  <cp:revision>2</cp:revision>
  <dcterms:created xsi:type="dcterms:W3CDTF">2025-04-28T15:04:58Z</dcterms:created>
  <dcterms:modified xsi:type="dcterms:W3CDTF">2025-11-11T00:18:49Z</dcterms:modified>
</cp:coreProperties>
</file>